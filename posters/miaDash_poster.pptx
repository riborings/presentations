
<file path=[Content_Types].xml><?xml version="1.0" encoding="utf-8"?>
<Types xmlns="http://schemas.openxmlformats.org/package/2006/content-types">
  <Default Extension="emf" ContentType="image/x-emf"/>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60" r:id="rId1"/>
  </p:sldMasterIdLst>
  <p:sldIdLst>
    <p:sldId id="256" r:id="rId2"/>
  </p:sldIdLst>
  <p:sldSz cx="30275213" cy="4280376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vertBarState="minimized">
    <p:restoredLeft sz="5854"/>
    <p:restoredTop sz="94660"/>
  </p:normalViewPr>
  <p:slideViewPr>
    <p:cSldViewPr snapToGrid="0">
      <p:cViewPr>
        <p:scale>
          <a:sx n="89" d="100"/>
          <a:sy n="89" d="100"/>
        </p:scale>
        <p:origin x="1744" y="144"/>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3" Type="http://schemas.openxmlformats.org/officeDocument/2006/relationships/presProps" Target="presProp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tableStyles" Target="tableStyles.xml"/><Relationship Id="rId5" Type="http://schemas.openxmlformats.org/officeDocument/2006/relationships/theme" Target="theme/theme1.xml"/><Relationship Id="rId4" Type="http://schemas.openxmlformats.org/officeDocument/2006/relationships/viewProps" Target="viewProp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2270641" y="7005156"/>
            <a:ext cx="25733931" cy="14902051"/>
          </a:xfrm>
        </p:spPr>
        <p:txBody>
          <a:bodyPr anchor="b"/>
          <a:lstStyle>
            <a:lvl1pPr algn="ctr">
              <a:defRPr sz="19865"/>
            </a:lvl1pPr>
          </a:lstStyle>
          <a:p>
            <a:r>
              <a:rPr lang="en-GB"/>
              <a:t>Click to edit Master title style</a:t>
            </a:r>
            <a:endParaRPr lang="en-US" dirty="0"/>
          </a:p>
        </p:txBody>
      </p:sp>
      <p:sp>
        <p:nvSpPr>
          <p:cNvPr id="3" name="Subtitle 2"/>
          <p:cNvSpPr>
            <a:spLocks noGrp="1"/>
          </p:cNvSpPr>
          <p:nvPr>
            <p:ph type="subTitle" idx="1"/>
          </p:nvPr>
        </p:nvSpPr>
        <p:spPr>
          <a:xfrm>
            <a:off x="3784402" y="22481887"/>
            <a:ext cx="22706410" cy="10334331"/>
          </a:xfrm>
        </p:spPr>
        <p:txBody>
          <a:bodyPr/>
          <a:lstStyle>
            <a:lvl1pPr marL="0" indent="0" algn="ctr">
              <a:buNone/>
              <a:defRPr sz="7946"/>
            </a:lvl1pPr>
            <a:lvl2pPr marL="1513743" indent="0" algn="ctr">
              <a:buNone/>
              <a:defRPr sz="6622"/>
            </a:lvl2pPr>
            <a:lvl3pPr marL="3027487" indent="0" algn="ctr">
              <a:buNone/>
              <a:defRPr sz="5960"/>
            </a:lvl3pPr>
            <a:lvl4pPr marL="4541230" indent="0" algn="ctr">
              <a:buNone/>
              <a:defRPr sz="5297"/>
            </a:lvl4pPr>
            <a:lvl5pPr marL="6054974" indent="0" algn="ctr">
              <a:buNone/>
              <a:defRPr sz="5297"/>
            </a:lvl5pPr>
            <a:lvl6pPr marL="7568717" indent="0" algn="ctr">
              <a:buNone/>
              <a:defRPr sz="5297"/>
            </a:lvl6pPr>
            <a:lvl7pPr marL="9082461" indent="0" algn="ctr">
              <a:buNone/>
              <a:defRPr sz="5297"/>
            </a:lvl7pPr>
            <a:lvl8pPr marL="10596204" indent="0" algn="ctr">
              <a:buNone/>
              <a:defRPr sz="5297"/>
            </a:lvl8pPr>
            <a:lvl9pPr marL="12109948" indent="0" algn="ctr">
              <a:buNone/>
              <a:defRPr sz="5297"/>
            </a:lvl9pPr>
          </a:lstStyle>
          <a:p>
            <a:r>
              <a:rPr lang="en-GB"/>
              <a:t>Click to edit Master subtitle style</a:t>
            </a:r>
            <a:endParaRPr lang="en-US" dirty="0"/>
          </a:p>
        </p:txBody>
      </p:sp>
      <p:sp>
        <p:nvSpPr>
          <p:cNvPr id="4" name="Date Placeholder 3"/>
          <p:cNvSpPr>
            <a:spLocks noGrp="1"/>
          </p:cNvSpPr>
          <p:nvPr>
            <p:ph type="dt" sz="half" idx="10"/>
          </p:nvPr>
        </p:nvSpPr>
        <p:spPr/>
        <p:txBody>
          <a:bodyPr/>
          <a:lstStyle/>
          <a:p>
            <a:fld id="{F9F24F86-067C-614D-B900-974E01A18049}" type="datetimeFigureOut">
              <a:rPr lang="en-GB" smtClean="0"/>
              <a:t>14/09/2025</a:t>
            </a:fld>
            <a:endParaRPr lang="en-GB"/>
          </a:p>
        </p:txBody>
      </p:sp>
      <p:sp>
        <p:nvSpPr>
          <p:cNvPr id="5" name="Footer Placeholder 4"/>
          <p:cNvSpPr>
            <a:spLocks noGrp="1"/>
          </p:cNvSpPr>
          <p:nvPr>
            <p:ph type="ftr" sz="quarter" idx="11"/>
          </p:nvPr>
        </p:nvSpPr>
        <p:spPr/>
        <p:txBody>
          <a:bodyPr/>
          <a:lstStyle/>
          <a:p>
            <a:endParaRPr lang="en-GB"/>
          </a:p>
        </p:txBody>
      </p:sp>
      <p:sp>
        <p:nvSpPr>
          <p:cNvPr id="6" name="Slide Number Placeholder 5"/>
          <p:cNvSpPr>
            <a:spLocks noGrp="1"/>
          </p:cNvSpPr>
          <p:nvPr>
            <p:ph type="sldNum" sz="quarter" idx="12"/>
          </p:nvPr>
        </p:nvSpPr>
        <p:spPr/>
        <p:txBody>
          <a:bodyPr/>
          <a:lstStyle/>
          <a:p>
            <a:fld id="{DF041459-7E83-D249-A221-7E8C0B2A63AB}" type="slidenum">
              <a:rPr lang="en-GB" smtClean="0"/>
              <a:t>‹#›</a:t>
            </a:fld>
            <a:endParaRPr lang="en-GB"/>
          </a:p>
        </p:txBody>
      </p:sp>
    </p:spTree>
    <p:extLst>
      <p:ext uri="{BB962C8B-B14F-4D97-AF65-F5344CB8AC3E}">
        <p14:creationId xmlns:p14="http://schemas.microsoft.com/office/powerpoint/2010/main" val="4182289412"/>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a:t>Click to edit Master title style</a:t>
            </a:r>
            <a:endParaRPr lang="en-US" dirty="0"/>
          </a:p>
        </p:txBody>
      </p:sp>
      <p:sp>
        <p:nvSpPr>
          <p:cNvPr id="3" name="Content Placeholder 2"/>
          <p:cNvSpPr>
            <a:spLocks noGrp="1"/>
          </p:cNvSpPr>
          <p:nvPr>
            <p:ph idx="1"/>
          </p:nvPr>
        </p:nvSpPr>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dirty="0"/>
          </a:p>
        </p:txBody>
      </p:sp>
      <p:sp>
        <p:nvSpPr>
          <p:cNvPr id="4" name="Date Placeholder 3"/>
          <p:cNvSpPr>
            <a:spLocks noGrp="1"/>
          </p:cNvSpPr>
          <p:nvPr>
            <p:ph type="dt" sz="half" idx="10"/>
          </p:nvPr>
        </p:nvSpPr>
        <p:spPr/>
        <p:txBody>
          <a:bodyPr/>
          <a:lstStyle/>
          <a:p>
            <a:fld id="{F9F24F86-067C-614D-B900-974E01A18049}" type="datetimeFigureOut">
              <a:rPr lang="en-GB" smtClean="0"/>
              <a:t>14/09/2025</a:t>
            </a:fld>
            <a:endParaRPr lang="en-GB"/>
          </a:p>
        </p:txBody>
      </p:sp>
      <p:sp>
        <p:nvSpPr>
          <p:cNvPr id="5" name="Footer Placeholder 4"/>
          <p:cNvSpPr>
            <a:spLocks noGrp="1"/>
          </p:cNvSpPr>
          <p:nvPr>
            <p:ph type="ftr" sz="quarter" idx="11"/>
          </p:nvPr>
        </p:nvSpPr>
        <p:spPr/>
        <p:txBody>
          <a:bodyPr/>
          <a:lstStyle/>
          <a:p>
            <a:endParaRPr lang="en-GB"/>
          </a:p>
        </p:txBody>
      </p:sp>
      <p:sp>
        <p:nvSpPr>
          <p:cNvPr id="6" name="Slide Number Placeholder 5"/>
          <p:cNvSpPr>
            <a:spLocks noGrp="1"/>
          </p:cNvSpPr>
          <p:nvPr>
            <p:ph type="sldNum" sz="quarter" idx="12"/>
          </p:nvPr>
        </p:nvSpPr>
        <p:spPr/>
        <p:txBody>
          <a:bodyPr/>
          <a:lstStyle/>
          <a:p>
            <a:fld id="{DF041459-7E83-D249-A221-7E8C0B2A63AB}" type="slidenum">
              <a:rPr lang="en-GB" smtClean="0"/>
              <a:t>‹#›</a:t>
            </a:fld>
            <a:endParaRPr lang="en-GB"/>
          </a:p>
        </p:txBody>
      </p:sp>
    </p:spTree>
    <p:extLst>
      <p:ext uri="{BB962C8B-B14F-4D97-AF65-F5344CB8AC3E}">
        <p14:creationId xmlns:p14="http://schemas.microsoft.com/office/powerpoint/2010/main" val="1055372254"/>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2065654" y="10671229"/>
            <a:ext cx="26112371" cy="17805173"/>
          </a:xfrm>
        </p:spPr>
        <p:txBody>
          <a:bodyPr anchor="b"/>
          <a:lstStyle>
            <a:lvl1pPr>
              <a:defRPr sz="19865"/>
            </a:lvl1pPr>
          </a:lstStyle>
          <a:p>
            <a:r>
              <a:rPr lang="en-GB"/>
              <a:t>Click to edit Master title style</a:t>
            </a:r>
            <a:endParaRPr lang="en-US" dirty="0"/>
          </a:p>
        </p:txBody>
      </p:sp>
      <p:sp>
        <p:nvSpPr>
          <p:cNvPr id="3" name="Text Placeholder 2"/>
          <p:cNvSpPr>
            <a:spLocks noGrp="1"/>
          </p:cNvSpPr>
          <p:nvPr>
            <p:ph type="body" idx="1"/>
          </p:nvPr>
        </p:nvSpPr>
        <p:spPr>
          <a:xfrm>
            <a:off x="2065654" y="28644846"/>
            <a:ext cx="26112371" cy="9363320"/>
          </a:xfrm>
        </p:spPr>
        <p:txBody>
          <a:bodyPr/>
          <a:lstStyle>
            <a:lvl1pPr marL="0" indent="0">
              <a:buNone/>
              <a:defRPr sz="7946">
                <a:solidFill>
                  <a:schemeClr val="tx1"/>
                </a:solidFill>
              </a:defRPr>
            </a:lvl1pPr>
            <a:lvl2pPr marL="1513743" indent="0">
              <a:buNone/>
              <a:defRPr sz="6622">
                <a:solidFill>
                  <a:schemeClr val="tx1">
                    <a:tint val="75000"/>
                  </a:schemeClr>
                </a:solidFill>
              </a:defRPr>
            </a:lvl2pPr>
            <a:lvl3pPr marL="3027487" indent="0">
              <a:buNone/>
              <a:defRPr sz="5960">
                <a:solidFill>
                  <a:schemeClr val="tx1">
                    <a:tint val="75000"/>
                  </a:schemeClr>
                </a:solidFill>
              </a:defRPr>
            </a:lvl3pPr>
            <a:lvl4pPr marL="4541230" indent="0">
              <a:buNone/>
              <a:defRPr sz="5297">
                <a:solidFill>
                  <a:schemeClr val="tx1">
                    <a:tint val="75000"/>
                  </a:schemeClr>
                </a:solidFill>
              </a:defRPr>
            </a:lvl4pPr>
            <a:lvl5pPr marL="6054974" indent="0">
              <a:buNone/>
              <a:defRPr sz="5297">
                <a:solidFill>
                  <a:schemeClr val="tx1">
                    <a:tint val="75000"/>
                  </a:schemeClr>
                </a:solidFill>
              </a:defRPr>
            </a:lvl5pPr>
            <a:lvl6pPr marL="7568717" indent="0">
              <a:buNone/>
              <a:defRPr sz="5297">
                <a:solidFill>
                  <a:schemeClr val="tx1">
                    <a:tint val="75000"/>
                  </a:schemeClr>
                </a:solidFill>
              </a:defRPr>
            </a:lvl6pPr>
            <a:lvl7pPr marL="9082461" indent="0">
              <a:buNone/>
              <a:defRPr sz="5297">
                <a:solidFill>
                  <a:schemeClr val="tx1">
                    <a:tint val="75000"/>
                  </a:schemeClr>
                </a:solidFill>
              </a:defRPr>
            </a:lvl7pPr>
            <a:lvl8pPr marL="10596204" indent="0">
              <a:buNone/>
              <a:defRPr sz="5297">
                <a:solidFill>
                  <a:schemeClr val="tx1">
                    <a:tint val="75000"/>
                  </a:schemeClr>
                </a:solidFill>
              </a:defRPr>
            </a:lvl8pPr>
            <a:lvl9pPr marL="12109948" indent="0">
              <a:buNone/>
              <a:defRPr sz="5297">
                <a:solidFill>
                  <a:schemeClr val="tx1">
                    <a:tint val="75000"/>
                  </a:schemeClr>
                </a:solidFill>
              </a:defRPr>
            </a:lvl9pPr>
          </a:lstStyle>
          <a:p>
            <a:pPr lvl="0"/>
            <a:r>
              <a:rPr lang="en-GB"/>
              <a:t>Click to edit Master text styles</a:t>
            </a:r>
          </a:p>
        </p:txBody>
      </p:sp>
      <p:sp>
        <p:nvSpPr>
          <p:cNvPr id="4" name="Date Placeholder 3"/>
          <p:cNvSpPr>
            <a:spLocks noGrp="1"/>
          </p:cNvSpPr>
          <p:nvPr>
            <p:ph type="dt" sz="half" idx="10"/>
          </p:nvPr>
        </p:nvSpPr>
        <p:spPr/>
        <p:txBody>
          <a:bodyPr/>
          <a:lstStyle/>
          <a:p>
            <a:fld id="{F9F24F86-067C-614D-B900-974E01A18049}" type="datetimeFigureOut">
              <a:rPr lang="en-GB" smtClean="0"/>
              <a:t>14/09/2025</a:t>
            </a:fld>
            <a:endParaRPr lang="en-GB"/>
          </a:p>
        </p:txBody>
      </p:sp>
      <p:sp>
        <p:nvSpPr>
          <p:cNvPr id="5" name="Footer Placeholder 4"/>
          <p:cNvSpPr>
            <a:spLocks noGrp="1"/>
          </p:cNvSpPr>
          <p:nvPr>
            <p:ph type="ftr" sz="quarter" idx="11"/>
          </p:nvPr>
        </p:nvSpPr>
        <p:spPr/>
        <p:txBody>
          <a:bodyPr/>
          <a:lstStyle/>
          <a:p>
            <a:endParaRPr lang="en-GB"/>
          </a:p>
        </p:txBody>
      </p:sp>
      <p:sp>
        <p:nvSpPr>
          <p:cNvPr id="6" name="Slide Number Placeholder 5"/>
          <p:cNvSpPr>
            <a:spLocks noGrp="1"/>
          </p:cNvSpPr>
          <p:nvPr>
            <p:ph type="sldNum" sz="quarter" idx="12"/>
          </p:nvPr>
        </p:nvSpPr>
        <p:spPr/>
        <p:txBody>
          <a:bodyPr/>
          <a:lstStyle/>
          <a:p>
            <a:fld id="{DF041459-7E83-D249-A221-7E8C0B2A63AB}" type="slidenum">
              <a:rPr lang="en-GB" smtClean="0"/>
              <a:t>‹#›</a:t>
            </a:fld>
            <a:endParaRPr lang="en-GB"/>
          </a:p>
        </p:txBody>
      </p:sp>
    </p:spTree>
    <p:extLst>
      <p:ext uri="{BB962C8B-B14F-4D97-AF65-F5344CB8AC3E}">
        <p14:creationId xmlns:p14="http://schemas.microsoft.com/office/powerpoint/2010/main" val="2870685592"/>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a:t>Click to edit Master title style</a:t>
            </a:r>
            <a:endParaRPr lang="en-US" dirty="0"/>
          </a:p>
        </p:txBody>
      </p:sp>
      <p:sp>
        <p:nvSpPr>
          <p:cNvPr id="3" name="Content Placeholder 2"/>
          <p:cNvSpPr>
            <a:spLocks noGrp="1"/>
          </p:cNvSpPr>
          <p:nvPr>
            <p:ph sz="half" idx="1"/>
          </p:nvPr>
        </p:nvSpPr>
        <p:spPr>
          <a:xfrm>
            <a:off x="2081421" y="11394520"/>
            <a:ext cx="12866966" cy="27158594"/>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dirty="0"/>
          </a:p>
        </p:txBody>
      </p:sp>
      <p:sp>
        <p:nvSpPr>
          <p:cNvPr id="4" name="Content Placeholder 3"/>
          <p:cNvSpPr>
            <a:spLocks noGrp="1"/>
          </p:cNvSpPr>
          <p:nvPr>
            <p:ph sz="half" idx="2"/>
          </p:nvPr>
        </p:nvSpPr>
        <p:spPr>
          <a:xfrm>
            <a:off x="15326826" y="11394520"/>
            <a:ext cx="12866966" cy="27158594"/>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dirty="0"/>
          </a:p>
        </p:txBody>
      </p:sp>
      <p:sp>
        <p:nvSpPr>
          <p:cNvPr id="5" name="Date Placeholder 4"/>
          <p:cNvSpPr>
            <a:spLocks noGrp="1"/>
          </p:cNvSpPr>
          <p:nvPr>
            <p:ph type="dt" sz="half" idx="10"/>
          </p:nvPr>
        </p:nvSpPr>
        <p:spPr/>
        <p:txBody>
          <a:bodyPr/>
          <a:lstStyle/>
          <a:p>
            <a:fld id="{F9F24F86-067C-614D-B900-974E01A18049}" type="datetimeFigureOut">
              <a:rPr lang="en-GB" smtClean="0"/>
              <a:t>14/09/2025</a:t>
            </a:fld>
            <a:endParaRPr lang="en-GB"/>
          </a:p>
        </p:txBody>
      </p:sp>
      <p:sp>
        <p:nvSpPr>
          <p:cNvPr id="6" name="Footer Placeholder 5"/>
          <p:cNvSpPr>
            <a:spLocks noGrp="1"/>
          </p:cNvSpPr>
          <p:nvPr>
            <p:ph type="ftr" sz="quarter" idx="11"/>
          </p:nvPr>
        </p:nvSpPr>
        <p:spPr/>
        <p:txBody>
          <a:bodyPr/>
          <a:lstStyle/>
          <a:p>
            <a:endParaRPr lang="en-GB"/>
          </a:p>
        </p:txBody>
      </p:sp>
      <p:sp>
        <p:nvSpPr>
          <p:cNvPr id="7" name="Slide Number Placeholder 6"/>
          <p:cNvSpPr>
            <a:spLocks noGrp="1"/>
          </p:cNvSpPr>
          <p:nvPr>
            <p:ph type="sldNum" sz="quarter" idx="12"/>
          </p:nvPr>
        </p:nvSpPr>
        <p:spPr/>
        <p:txBody>
          <a:bodyPr/>
          <a:lstStyle/>
          <a:p>
            <a:fld id="{DF041459-7E83-D249-A221-7E8C0B2A63AB}" type="slidenum">
              <a:rPr lang="en-GB" smtClean="0"/>
              <a:t>‹#›</a:t>
            </a:fld>
            <a:endParaRPr lang="en-GB"/>
          </a:p>
        </p:txBody>
      </p:sp>
    </p:spTree>
    <p:extLst>
      <p:ext uri="{BB962C8B-B14F-4D97-AF65-F5344CB8AC3E}">
        <p14:creationId xmlns:p14="http://schemas.microsoft.com/office/powerpoint/2010/main" val="2157508056"/>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2085364" y="2278913"/>
            <a:ext cx="26112371" cy="8273416"/>
          </a:xfrm>
        </p:spPr>
        <p:txBody>
          <a:bodyPr/>
          <a:lstStyle/>
          <a:p>
            <a:r>
              <a:rPr lang="en-GB"/>
              <a:t>Click to edit Master title style</a:t>
            </a:r>
            <a:endParaRPr lang="en-US" dirty="0"/>
          </a:p>
        </p:txBody>
      </p:sp>
      <p:sp>
        <p:nvSpPr>
          <p:cNvPr id="3" name="Text Placeholder 2"/>
          <p:cNvSpPr>
            <a:spLocks noGrp="1"/>
          </p:cNvSpPr>
          <p:nvPr>
            <p:ph type="body" idx="1"/>
          </p:nvPr>
        </p:nvSpPr>
        <p:spPr>
          <a:xfrm>
            <a:off x="2085368" y="10492870"/>
            <a:ext cx="12807832" cy="5142393"/>
          </a:xfrm>
        </p:spPr>
        <p:txBody>
          <a:bodyPr anchor="b"/>
          <a:lstStyle>
            <a:lvl1pPr marL="0" indent="0">
              <a:buNone/>
              <a:defRPr sz="7946" b="1"/>
            </a:lvl1pPr>
            <a:lvl2pPr marL="1513743" indent="0">
              <a:buNone/>
              <a:defRPr sz="6622" b="1"/>
            </a:lvl2pPr>
            <a:lvl3pPr marL="3027487" indent="0">
              <a:buNone/>
              <a:defRPr sz="5960" b="1"/>
            </a:lvl3pPr>
            <a:lvl4pPr marL="4541230" indent="0">
              <a:buNone/>
              <a:defRPr sz="5297" b="1"/>
            </a:lvl4pPr>
            <a:lvl5pPr marL="6054974" indent="0">
              <a:buNone/>
              <a:defRPr sz="5297" b="1"/>
            </a:lvl5pPr>
            <a:lvl6pPr marL="7568717" indent="0">
              <a:buNone/>
              <a:defRPr sz="5297" b="1"/>
            </a:lvl6pPr>
            <a:lvl7pPr marL="9082461" indent="0">
              <a:buNone/>
              <a:defRPr sz="5297" b="1"/>
            </a:lvl7pPr>
            <a:lvl8pPr marL="10596204" indent="0">
              <a:buNone/>
              <a:defRPr sz="5297" b="1"/>
            </a:lvl8pPr>
            <a:lvl9pPr marL="12109948" indent="0">
              <a:buNone/>
              <a:defRPr sz="5297" b="1"/>
            </a:lvl9pPr>
          </a:lstStyle>
          <a:p>
            <a:pPr lvl="0"/>
            <a:r>
              <a:rPr lang="en-GB"/>
              <a:t>Click to edit Master text styles</a:t>
            </a:r>
          </a:p>
        </p:txBody>
      </p:sp>
      <p:sp>
        <p:nvSpPr>
          <p:cNvPr id="4" name="Content Placeholder 3"/>
          <p:cNvSpPr>
            <a:spLocks noGrp="1"/>
          </p:cNvSpPr>
          <p:nvPr>
            <p:ph sz="half" idx="2"/>
          </p:nvPr>
        </p:nvSpPr>
        <p:spPr>
          <a:xfrm>
            <a:off x="2085368" y="15635264"/>
            <a:ext cx="12807832" cy="22997117"/>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dirty="0"/>
          </a:p>
        </p:txBody>
      </p:sp>
      <p:sp>
        <p:nvSpPr>
          <p:cNvPr id="5" name="Text Placeholder 4"/>
          <p:cNvSpPr>
            <a:spLocks noGrp="1"/>
          </p:cNvSpPr>
          <p:nvPr>
            <p:ph type="body" sz="quarter" idx="3"/>
          </p:nvPr>
        </p:nvSpPr>
        <p:spPr>
          <a:xfrm>
            <a:off x="15326828" y="10492870"/>
            <a:ext cx="12870909" cy="5142393"/>
          </a:xfrm>
        </p:spPr>
        <p:txBody>
          <a:bodyPr anchor="b"/>
          <a:lstStyle>
            <a:lvl1pPr marL="0" indent="0">
              <a:buNone/>
              <a:defRPr sz="7946" b="1"/>
            </a:lvl1pPr>
            <a:lvl2pPr marL="1513743" indent="0">
              <a:buNone/>
              <a:defRPr sz="6622" b="1"/>
            </a:lvl2pPr>
            <a:lvl3pPr marL="3027487" indent="0">
              <a:buNone/>
              <a:defRPr sz="5960" b="1"/>
            </a:lvl3pPr>
            <a:lvl4pPr marL="4541230" indent="0">
              <a:buNone/>
              <a:defRPr sz="5297" b="1"/>
            </a:lvl4pPr>
            <a:lvl5pPr marL="6054974" indent="0">
              <a:buNone/>
              <a:defRPr sz="5297" b="1"/>
            </a:lvl5pPr>
            <a:lvl6pPr marL="7568717" indent="0">
              <a:buNone/>
              <a:defRPr sz="5297" b="1"/>
            </a:lvl6pPr>
            <a:lvl7pPr marL="9082461" indent="0">
              <a:buNone/>
              <a:defRPr sz="5297" b="1"/>
            </a:lvl7pPr>
            <a:lvl8pPr marL="10596204" indent="0">
              <a:buNone/>
              <a:defRPr sz="5297" b="1"/>
            </a:lvl8pPr>
            <a:lvl9pPr marL="12109948" indent="0">
              <a:buNone/>
              <a:defRPr sz="5297" b="1"/>
            </a:lvl9pPr>
          </a:lstStyle>
          <a:p>
            <a:pPr lvl="0"/>
            <a:r>
              <a:rPr lang="en-GB"/>
              <a:t>Click to edit Master text styles</a:t>
            </a:r>
          </a:p>
        </p:txBody>
      </p:sp>
      <p:sp>
        <p:nvSpPr>
          <p:cNvPr id="6" name="Content Placeholder 5"/>
          <p:cNvSpPr>
            <a:spLocks noGrp="1"/>
          </p:cNvSpPr>
          <p:nvPr>
            <p:ph sz="quarter" idx="4"/>
          </p:nvPr>
        </p:nvSpPr>
        <p:spPr>
          <a:xfrm>
            <a:off x="15326828" y="15635264"/>
            <a:ext cx="12870909" cy="22997117"/>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dirty="0"/>
          </a:p>
        </p:txBody>
      </p:sp>
      <p:sp>
        <p:nvSpPr>
          <p:cNvPr id="7" name="Date Placeholder 6"/>
          <p:cNvSpPr>
            <a:spLocks noGrp="1"/>
          </p:cNvSpPr>
          <p:nvPr>
            <p:ph type="dt" sz="half" idx="10"/>
          </p:nvPr>
        </p:nvSpPr>
        <p:spPr/>
        <p:txBody>
          <a:bodyPr/>
          <a:lstStyle/>
          <a:p>
            <a:fld id="{F9F24F86-067C-614D-B900-974E01A18049}" type="datetimeFigureOut">
              <a:rPr lang="en-GB" smtClean="0"/>
              <a:t>14/09/2025</a:t>
            </a:fld>
            <a:endParaRPr lang="en-GB"/>
          </a:p>
        </p:txBody>
      </p:sp>
      <p:sp>
        <p:nvSpPr>
          <p:cNvPr id="8" name="Footer Placeholder 7"/>
          <p:cNvSpPr>
            <a:spLocks noGrp="1"/>
          </p:cNvSpPr>
          <p:nvPr>
            <p:ph type="ftr" sz="quarter" idx="11"/>
          </p:nvPr>
        </p:nvSpPr>
        <p:spPr/>
        <p:txBody>
          <a:bodyPr/>
          <a:lstStyle/>
          <a:p>
            <a:endParaRPr lang="en-GB"/>
          </a:p>
        </p:txBody>
      </p:sp>
      <p:sp>
        <p:nvSpPr>
          <p:cNvPr id="9" name="Slide Number Placeholder 8"/>
          <p:cNvSpPr>
            <a:spLocks noGrp="1"/>
          </p:cNvSpPr>
          <p:nvPr>
            <p:ph type="sldNum" sz="quarter" idx="12"/>
          </p:nvPr>
        </p:nvSpPr>
        <p:spPr/>
        <p:txBody>
          <a:bodyPr/>
          <a:lstStyle/>
          <a:p>
            <a:fld id="{DF041459-7E83-D249-A221-7E8C0B2A63AB}" type="slidenum">
              <a:rPr lang="en-GB" smtClean="0"/>
              <a:t>‹#›</a:t>
            </a:fld>
            <a:endParaRPr lang="en-GB"/>
          </a:p>
        </p:txBody>
      </p:sp>
    </p:spTree>
    <p:extLst>
      <p:ext uri="{BB962C8B-B14F-4D97-AF65-F5344CB8AC3E}">
        <p14:creationId xmlns:p14="http://schemas.microsoft.com/office/powerpoint/2010/main" val="2064068022"/>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a:t>Click to edit Master title style</a:t>
            </a:r>
            <a:endParaRPr lang="en-US" dirty="0"/>
          </a:p>
        </p:txBody>
      </p:sp>
      <p:sp>
        <p:nvSpPr>
          <p:cNvPr id="3" name="Date Placeholder 2"/>
          <p:cNvSpPr>
            <a:spLocks noGrp="1"/>
          </p:cNvSpPr>
          <p:nvPr>
            <p:ph type="dt" sz="half" idx="10"/>
          </p:nvPr>
        </p:nvSpPr>
        <p:spPr/>
        <p:txBody>
          <a:bodyPr/>
          <a:lstStyle/>
          <a:p>
            <a:fld id="{F9F24F86-067C-614D-B900-974E01A18049}" type="datetimeFigureOut">
              <a:rPr lang="en-GB" smtClean="0"/>
              <a:t>14/09/2025</a:t>
            </a:fld>
            <a:endParaRPr lang="en-GB"/>
          </a:p>
        </p:txBody>
      </p:sp>
      <p:sp>
        <p:nvSpPr>
          <p:cNvPr id="4" name="Footer Placeholder 3"/>
          <p:cNvSpPr>
            <a:spLocks noGrp="1"/>
          </p:cNvSpPr>
          <p:nvPr>
            <p:ph type="ftr" sz="quarter" idx="11"/>
          </p:nvPr>
        </p:nvSpPr>
        <p:spPr/>
        <p:txBody>
          <a:bodyPr/>
          <a:lstStyle/>
          <a:p>
            <a:endParaRPr lang="en-GB"/>
          </a:p>
        </p:txBody>
      </p:sp>
      <p:sp>
        <p:nvSpPr>
          <p:cNvPr id="5" name="Slide Number Placeholder 4"/>
          <p:cNvSpPr>
            <a:spLocks noGrp="1"/>
          </p:cNvSpPr>
          <p:nvPr>
            <p:ph type="sldNum" sz="quarter" idx="12"/>
          </p:nvPr>
        </p:nvSpPr>
        <p:spPr/>
        <p:txBody>
          <a:bodyPr/>
          <a:lstStyle/>
          <a:p>
            <a:fld id="{DF041459-7E83-D249-A221-7E8C0B2A63AB}" type="slidenum">
              <a:rPr lang="en-GB" smtClean="0"/>
              <a:t>‹#›</a:t>
            </a:fld>
            <a:endParaRPr lang="en-GB"/>
          </a:p>
        </p:txBody>
      </p:sp>
    </p:spTree>
    <p:extLst>
      <p:ext uri="{BB962C8B-B14F-4D97-AF65-F5344CB8AC3E}">
        <p14:creationId xmlns:p14="http://schemas.microsoft.com/office/powerpoint/2010/main" val="3564202200"/>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F9F24F86-067C-614D-B900-974E01A18049}" type="datetimeFigureOut">
              <a:rPr lang="en-GB" smtClean="0"/>
              <a:t>14/09/2025</a:t>
            </a:fld>
            <a:endParaRPr lang="en-GB"/>
          </a:p>
        </p:txBody>
      </p:sp>
      <p:sp>
        <p:nvSpPr>
          <p:cNvPr id="3" name="Footer Placeholder 2"/>
          <p:cNvSpPr>
            <a:spLocks noGrp="1"/>
          </p:cNvSpPr>
          <p:nvPr>
            <p:ph type="ftr" sz="quarter" idx="11"/>
          </p:nvPr>
        </p:nvSpPr>
        <p:spPr/>
        <p:txBody>
          <a:bodyPr/>
          <a:lstStyle/>
          <a:p>
            <a:endParaRPr lang="en-GB"/>
          </a:p>
        </p:txBody>
      </p:sp>
      <p:sp>
        <p:nvSpPr>
          <p:cNvPr id="4" name="Slide Number Placeholder 3"/>
          <p:cNvSpPr>
            <a:spLocks noGrp="1"/>
          </p:cNvSpPr>
          <p:nvPr>
            <p:ph type="sldNum" sz="quarter" idx="12"/>
          </p:nvPr>
        </p:nvSpPr>
        <p:spPr/>
        <p:txBody>
          <a:bodyPr/>
          <a:lstStyle/>
          <a:p>
            <a:fld id="{DF041459-7E83-D249-A221-7E8C0B2A63AB}" type="slidenum">
              <a:rPr lang="en-GB" smtClean="0"/>
              <a:t>‹#›</a:t>
            </a:fld>
            <a:endParaRPr lang="en-GB"/>
          </a:p>
        </p:txBody>
      </p:sp>
    </p:spTree>
    <p:extLst>
      <p:ext uri="{BB962C8B-B14F-4D97-AF65-F5344CB8AC3E}">
        <p14:creationId xmlns:p14="http://schemas.microsoft.com/office/powerpoint/2010/main" val="673256743"/>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2085364" y="2853584"/>
            <a:ext cx="9764544" cy="9987545"/>
          </a:xfrm>
        </p:spPr>
        <p:txBody>
          <a:bodyPr anchor="b"/>
          <a:lstStyle>
            <a:lvl1pPr>
              <a:defRPr sz="10595"/>
            </a:lvl1pPr>
          </a:lstStyle>
          <a:p>
            <a:r>
              <a:rPr lang="en-GB"/>
              <a:t>Click to edit Master title style</a:t>
            </a:r>
            <a:endParaRPr lang="en-US" dirty="0"/>
          </a:p>
        </p:txBody>
      </p:sp>
      <p:sp>
        <p:nvSpPr>
          <p:cNvPr id="3" name="Content Placeholder 2"/>
          <p:cNvSpPr>
            <a:spLocks noGrp="1"/>
          </p:cNvSpPr>
          <p:nvPr>
            <p:ph idx="1"/>
          </p:nvPr>
        </p:nvSpPr>
        <p:spPr>
          <a:xfrm>
            <a:off x="12870909" y="6162959"/>
            <a:ext cx="15326827" cy="30418415"/>
          </a:xfrm>
        </p:spPr>
        <p:txBody>
          <a:bodyPr/>
          <a:lstStyle>
            <a:lvl1pPr>
              <a:defRPr sz="10595"/>
            </a:lvl1pPr>
            <a:lvl2pPr>
              <a:defRPr sz="9271"/>
            </a:lvl2pPr>
            <a:lvl3pPr>
              <a:defRPr sz="7946"/>
            </a:lvl3pPr>
            <a:lvl4pPr>
              <a:defRPr sz="6622"/>
            </a:lvl4pPr>
            <a:lvl5pPr>
              <a:defRPr sz="6622"/>
            </a:lvl5pPr>
            <a:lvl6pPr>
              <a:defRPr sz="6622"/>
            </a:lvl6pPr>
            <a:lvl7pPr>
              <a:defRPr sz="6622"/>
            </a:lvl7pPr>
            <a:lvl8pPr>
              <a:defRPr sz="6622"/>
            </a:lvl8pPr>
            <a:lvl9pPr>
              <a:defRPr sz="6622"/>
            </a:lvl9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dirty="0"/>
          </a:p>
        </p:txBody>
      </p:sp>
      <p:sp>
        <p:nvSpPr>
          <p:cNvPr id="4" name="Text Placeholder 3"/>
          <p:cNvSpPr>
            <a:spLocks noGrp="1"/>
          </p:cNvSpPr>
          <p:nvPr>
            <p:ph type="body" sz="half" idx="2"/>
          </p:nvPr>
        </p:nvSpPr>
        <p:spPr>
          <a:xfrm>
            <a:off x="2085364" y="12841129"/>
            <a:ext cx="9764544" cy="23789780"/>
          </a:xfrm>
        </p:spPr>
        <p:txBody>
          <a:bodyPr/>
          <a:lstStyle>
            <a:lvl1pPr marL="0" indent="0">
              <a:buNone/>
              <a:defRPr sz="5297"/>
            </a:lvl1pPr>
            <a:lvl2pPr marL="1513743" indent="0">
              <a:buNone/>
              <a:defRPr sz="4635"/>
            </a:lvl2pPr>
            <a:lvl3pPr marL="3027487" indent="0">
              <a:buNone/>
              <a:defRPr sz="3973"/>
            </a:lvl3pPr>
            <a:lvl4pPr marL="4541230" indent="0">
              <a:buNone/>
              <a:defRPr sz="3311"/>
            </a:lvl4pPr>
            <a:lvl5pPr marL="6054974" indent="0">
              <a:buNone/>
              <a:defRPr sz="3311"/>
            </a:lvl5pPr>
            <a:lvl6pPr marL="7568717" indent="0">
              <a:buNone/>
              <a:defRPr sz="3311"/>
            </a:lvl6pPr>
            <a:lvl7pPr marL="9082461" indent="0">
              <a:buNone/>
              <a:defRPr sz="3311"/>
            </a:lvl7pPr>
            <a:lvl8pPr marL="10596204" indent="0">
              <a:buNone/>
              <a:defRPr sz="3311"/>
            </a:lvl8pPr>
            <a:lvl9pPr marL="12109948" indent="0">
              <a:buNone/>
              <a:defRPr sz="3311"/>
            </a:lvl9pPr>
          </a:lstStyle>
          <a:p>
            <a:pPr lvl="0"/>
            <a:r>
              <a:rPr lang="en-GB"/>
              <a:t>Click to edit Master text styles</a:t>
            </a:r>
          </a:p>
        </p:txBody>
      </p:sp>
      <p:sp>
        <p:nvSpPr>
          <p:cNvPr id="5" name="Date Placeholder 4"/>
          <p:cNvSpPr>
            <a:spLocks noGrp="1"/>
          </p:cNvSpPr>
          <p:nvPr>
            <p:ph type="dt" sz="half" idx="10"/>
          </p:nvPr>
        </p:nvSpPr>
        <p:spPr/>
        <p:txBody>
          <a:bodyPr/>
          <a:lstStyle/>
          <a:p>
            <a:fld id="{F9F24F86-067C-614D-B900-974E01A18049}" type="datetimeFigureOut">
              <a:rPr lang="en-GB" smtClean="0"/>
              <a:t>14/09/2025</a:t>
            </a:fld>
            <a:endParaRPr lang="en-GB"/>
          </a:p>
        </p:txBody>
      </p:sp>
      <p:sp>
        <p:nvSpPr>
          <p:cNvPr id="6" name="Footer Placeholder 5"/>
          <p:cNvSpPr>
            <a:spLocks noGrp="1"/>
          </p:cNvSpPr>
          <p:nvPr>
            <p:ph type="ftr" sz="quarter" idx="11"/>
          </p:nvPr>
        </p:nvSpPr>
        <p:spPr/>
        <p:txBody>
          <a:bodyPr/>
          <a:lstStyle/>
          <a:p>
            <a:endParaRPr lang="en-GB"/>
          </a:p>
        </p:txBody>
      </p:sp>
      <p:sp>
        <p:nvSpPr>
          <p:cNvPr id="7" name="Slide Number Placeholder 6"/>
          <p:cNvSpPr>
            <a:spLocks noGrp="1"/>
          </p:cNvSpPr>
          <p:nvPr>
            <p:ph type="sldNum" sz="quarter" idx="12"/>
          </p:nvPr>
        </p:nvSpPr>
        <p:spPr/>
        <p:txBody>
          <a:bodyPr/>
          <a:lstStyle/>
          <a:p>
            <a:fld id="{DF041459-7E83-D249-A221-7E8C0B2A63AB}" type="slidenum">
              <a:rPr lang="en-GB" smtClean="0"/>
              <a:t>‹#›</a:t>
            </a:fld>
            <a:endParaRPr lang="en-GB"/>
          </a:p>
        </p:txBody>
      </p:sp>
    </p:spTree>
    <p:extLst>
      <p:ext uri="{BB962C8B-B14F-4D97-AF65-F5344CB8AC3E}">
        <p14:creationId xmlns:p14="http://schemas.microsoft.com/office/powerpoint/2010/main" val="3910587705"/>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2085364" y="2853584"/>
            <a:ext cx="9764544" cy="9987545"/>
          </a:xfrm>
        </p:spPr>
        <p:txBody>
          <a:bodyPr anchor="b"/>
          <a:lstStyle>
            <a:lvl1pPr>
              <a:defRPr sz="10595"/>
            </a:lvl1pPr>
          </a:lstStyle>
          <a:p>
            <a:r>
              <a:rPr lang="en-GB"/>
              <a:t>Click to edit Master title style</a:t>
            </a:r>
            <a:endParaRPr lang="en-US" dirty="0"/>
          </a:p>
        </p:txBody>
      </p:sp>
      <p:sp>
        <p:nvSpPr>
          <p:cNvPr id="3" name="Picture Placeholder 2"/>
          <p:cNvSpPr>
            <a:spLocks noGrp="1" noChangeAspect="1"/>
          </p:cNvSpPr>
          <p:nvPr>
            <p:ph type="pic" idx="1"/>
          </p:nvPr>
        </p:nvSpPr>
        <p:spPr>
          <a:xfrm>
            <a:off x="12870909" y="6162959"/>
            <a:ext cx="15326827" cy="30418415"/>
          </a:xfrm>
        </p:spPr>
        <p:txBody>
          <a:bodyPr anchor="t"/>
          <a:lstStyle>
            <a:lvl1pPr marL="0" indent="0">
              <a:buNone/>
              <a:defRPr sz="10595"/>
            </a:lvl1pPr>
            <a:lvl2pPr marL="1513743" indent="0">
              <a:buNone/>
              <a:defRPr sz="9271"/>
            </a:lvl2pPr>
            <a:lvl3pPr marL="3027487" indent="0">
              <a:buNone/>
              <a:defRPr sz="7946"/>
            </a:lvl3pPr>
            <a:lvl4pPr marL="4541230" indent="0">
              <a:buNone/>
              <a:defRPr sz="6622"/>
            </a:lvl4pPr>
            <a:lvl5pPr marL="6054974" indent="0">
              <a:buNone/>
              <a:defRPr sz="6622"/>
            </a:lvl5pPr>
            <a:lvl6pPr marL="7568717" indent="0">
              <a:buNone/>
              <a:defRPr sz="6622"/>
            </a:lvl6pPr>
            <a:lvl7pPr marL="9082461" indent="0">
              <a:buNone/>
              <a:defRPr sz="6622"/>
            </a:lvl7pPr>
            <a:lvl8pPr marL="10596204" indent="0">
              <a:buNone/>
              <a:defRPr sz="6622"/>
            </a:lvl8pPr>
            <a:lvl9pPr marL="12109948" indent="0">
              <a:buNone/>
              <a:defRPr sz="6622"/>
            </a:lvl9pPr>
          </a:lstStyle>
          <a:p>
            <a:r>
              <a:rPr lang="en-GB"/>
              <a:t>Click icon to add picture</a:t>
            </a:r>
            <a:endParaRPr lang="en-US" dirty="0"/>
          </a:p>
        </p:txBody>
      </p:sp>
      <p:sp>
        <p:nvSpPr>
          <p:cNvPr id="4" name="Text Placeholder 3"/>
          <p:cNvSpPr>
            <a:spLocks noGrp="1"/>
          </p:cNvSpPr>
          <p:nvPr>
            <p:ph type="body" sz="half" idx="2"/>
          </p:nvPr>
        </p:nvSpPr>
        <p:spPr>
          <a:xfrm>
            <a:off x="2085364" y="12841129"/>
            <a:ext cx="9764544" cy="23789780"/>
          </a:xfrm>
        </p:spPr>
        <p:txBody>
          <a:bodyPr/>
          <a:lstStyle>
            <a:lvl1pPr marL="0" indent="0">
              <a:buNone/>
              <a:defRPr sz="5297"/>
            </a:lvl1pPr>
            <a:lvl2pPr marL="1513743" indent="0">
              <a:buNone/>
              <a:defRPr sz="4635"/>
            </a:lvl2pPr>
            <a:lvl3pPr marL="3027487" indent="0">
              <a:buNone/>
              <a:defRPr sz="3973"/>
            </a:lvl3pPr>
            <a:lvl4pPr marL="4541230" indent="0">
              <a:buNone/>
              <a:defRPr sz="3311"/>
            </a:lvl4pPr>
            <a:lvl5pPr marL="6054974" indent="0">
              <a:buNone/>
              <a:defRPr sz="3311"/>
            </a:lvl5pPr>
            <a:lvl6pPr marL="7568717" indent="0">
              <a:buNone/>
              <a:defRPr sz="3311"/>
            </a:lvl6pPr>
            <a:lvl7pPr marL="9082461" indent="0">
              <a:buNone/>
              <a:defRPr sz="3311"/>
            </a:lvl7pPr>
            <a:lvl8pPr marL="10596204" indent="0">
              <a:buNone/>
              <a:defRPr sz="3311"/>
            </a:lvl8pPr>
            <a:lvl9pPr marL="12109948" indent="0">
              <a:buNone/>
              <a:defRPr sz="3311"/>
            </a:lvl9pPr>
          </a:lstStyle>
          <a:p>
            <a:pPr lvl="0"/>
            <a:r>
              <a:rPr lang="en-GB"/>
              <a:t>Click to edit Master text styles</a:t>
            </a:r>
          </a:p>
        </p:txBody>
      </p:sp>
      <p:sp>
        <p:nvSpPr>
          <p:cNvPr id="5" name="Date Placeholder 4"/>
          <p:cNvSpPr>
            <a:spLocks noGrp="1"/>
          </p:cNvSpPr>
          <p:nvPr>
            <p:ph type="dt" sz="half" idx="10"/>
          </p:nvPr>
        </p:nvSpPr>
        <p:spPr/>
        <p:txBody>
          <a:bodyPr/>
          <a:lstStyle/>
          <a:p>
            <a:fld id="{F9F24F86-067C-614D-B900-974E01A18049}" type="datetimeFigureOut">
              <a:rPr lang="en-GB" smtClean="0"/>
              <a:t>14/09/2025</a:t>
            </a:fld>
            <a:endParaRPr lang="en-GB"/>
          </a:p>
        </p:txBody>
      </p:sp>
      <p:sp>
        <p:nvSpPr>
          <p:cNvPr id="6" name="Footer Placeholder 5"/>
          <p:cNvSpPr>
            <a:spLocks noGrp="1"/>
          </p:cNvSpPr>
          <p:nvPr>
            <p:ph type="ftr" sz="quarter" idx="11"/>
          </p:nvPr>
        </p:nvSpPr>
        <p:spPr/>
        <p:txBody>
          <a:bodyPr/>
          <a:lstStyle/>
          <a:p>
            <a:endParaRPr lang="en-GB"/>
          </a:p>
        </p:txBody>
      </p:sp>
      <p:sp>
        <p:nvSpPr>
          <p:cNvPr id="7" name="Slide Number Placeholder 6"/>
          <p:cNvSpPr>
            <a:spLocks noGrp="1"/>
          </p:cNvSpPr>
          <p:nvPr>
            <p:ph type="sldNum" sz="quarter" idx="12"/>
          </p:nvPr>
        </p:nvSpPr>
        <p:spPr/>
        <p:txBody>
          <a:bodyPr/>
          <a:lstStyle/>
          <a:p>
            <a:fld id="{DF041459-7E83-D249-A221-7E8C0B2A63AB}" type="slidenum">
              <a:rPr lang="en-GB" smtClean="0"/>
              <a:t>‹#›</a:t>
            </a:fld>
            <a:endParaRPr lang="en-GB"/>
          </a:p>
        </p:txBody>
      </p:sp>
    </p:spTree>
    <p:extLst>
      <p:ext uri="{BB962C8B-B14F-4D97-AF65-F5344CB8AC3E}">
        <p14:creationId xmlns:p14="http://schemas.microsoft.com/office/powerpoint/2010/main" val="3930608227"/>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dirty="0"/>
          </a:p>
        </p:txBody>
      </p:sp>
      <p:sp>
        <p:nvSpPr>
          <p:cNvPr id="4" name="Date Placeholder 3"/>
          <p:cNvSpPr>
            <a:spLocks noGrp="1"/>
          </p:cNvSpPr>
          <p:nvPr>
            <p:ph type="dt" sz="half" idx="10"/>
          </p:nvPr>
        </p:nvSpPr>
        <p:spPr/>
        <p:txBody>
          <a:bodyPr/>
          <a:lstStyle/>
          <a:p>
            <a:fld id="{F9F24F86-067C-614D-B900-974E01A18049}" type="datetimeFigureOut">
              <a:rPr lang="en-GB" smtClean="0"/>
              <a:t>14/09/2025</a:t>
            </a:fld>
            <a:endParaRPr lang="en-GB"/>
          </a:p>
        </p:txBody>
      </p:sp>
      <p:sp>
        <p:nvSpPr>
          <p:cNvPr id="5" name="Footer Placeholder 4"/>
          <p:cNvSpPr>
            <a:spLocks noGrp="1"/>
          </p:cNvSpPr>
          <p:nvPr>
            <p:ph type="ftr" sz="quarter" idx="11"/>
          </p:nvPr>
        </p:nvSpPr>
        <p:spPr/>
        <p:txBody>
          <a:bodyPr/>
          <a:lstStyle/>
          <a:p>
            <a:endParaRPr lang="en-GB"/>
          </a:p>
        </p:txBody>
      </p:sp>
      <p:sp>
        <p:nvSpPr>
          <p:cNvPr id="6" name="Slide Number Placeholder 5"/>
          <p:cNvSpPr>
            <a:spLocks noGrp="1"/>
          </p:cNvSpPr>
          <p:nvPr>
            <p:ph type="sldNum" sz="quarter" idx="12"/>
          </p:nvPr>
        </p:nvSpPr>
        <p:spPr/>
        <p:txBody>
          <a:bodyPr/>
          <a:lstStyle/>
          <a:p>
            <a:fld id="{DF041459-7E83-D249-A221-7E8C0B2A63AB}" type="slidenum">
              <a:rPr lang="en-GB" smtClean="0"/>
              <a:t>‹#›</a:t>
            </a:fld>
            <a:endParaRPr lang="en-GB"/>
          </a:p>
        </p:txBody>
      </p:sp>
    </p:spTree>
    <p:extLst>
      <p:ext uri="{BB962C8B-B14F-4D97-AF65-F5344CB8AC3E}">
        <p14:creationId xmlns:p14="http://schemas.microsoft.com/office/powerpoint/2010/main" val="1947358879"/>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21665701" y="2278904"/>
            <a:ext cx="6528093" cy="36274211"/>
          </a:xfrm>
        </p:spPr>
        <p:txBody>
          <a:bodyPr vert="eaVert"/>
          <a:lstStyle/>
          <a:p>
            <a:r>
              <a:rPr lang="en-GB"/>
              <a:t>Click to edit Master title style</a:t>
            </a:r>
            <a:endParaRPr lang="en-US" dirty="0"/>
          </a:p>
        </p:txBody>
      </p:sp>
      <p:sp>
        <p:nvSpPr>
          <p:cNvPr id="3" name="Vertical Text Placeholder 2"/>
          <p:cNvSpPr>
            <a:spLocks noGrp="1"/>
          </p:cNvSpPr>
          <p:nvPr>
            <p:ph type="body" orient="vert" idx="1"/>
          </p:nvPr>
        </p:nvSpPr>
        <p:spPr>
          <a:xfrm>
            <a:off x="2081423" y="2278904"/>
            <a:ext cx="19205838" cy="36274211"/>
          </a:xfrm>
        </p:spPr>
        <p:txBody>
          <a:bodyPr vert="eaVert"/>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dirty="0"/>
          </a:p>
        </p:txBody>
      </p:sp>
      <p:sp>
        <p:nvSpPr>
          <p:cNvPr id="4" name="Date Placeholder 3"/>
          <p:cNvSpPr>
            <a:spLocks noGrp="1"/>
          </p:cNvSpPr>
          <p:nvPr>
            <p:ph type="dt" sz="half" idx="10"/>
          </p:nvPr>
        </p:nvSpPr>
        <p:spPr/>
        <p:txBody>
          <a:bodyPr/>
          <a:lstStyle/>
          <a:p>
            <a:fld id="{F9F24F86-067C-614D-B900-974E01A18049}" type="datetimeFigureOut">
              <a:rPr lang="en-GB" smtClean="0"/>
              <a:t>14/09/2025</a:t>
            </a:fld>
            <a:endParaRPr lang="en-GB"/>
          </a:p>
        </p:txBody>
      </p:sp>
      <p:sp>
        <p:nvSpPr>
          <p:cNvPr id="5" name="Footer Placeholder 4"/>
          <p:cNvSpPr>
            <a:spLocks noGrp="1"/>
          </p:cNvSpPr>
          <p:nvPr>
            <p:ph type="ftr" sz="quarter" idx="11"/>
          </p:nvPr>
        </p:nvSpPr>
        <p:spPr/>
        <p:txBody>
          <a:bodyPr/>
          <a:lstStyle/>
          <a:p>
            <a:endParaRPr lang="en-GB"/>
          </a:p>
        </p:txBody>
      </p:sp>
      <p:sp>
        <p:nvSpPr>
          <p:cNvPr id="6" name="Slide Number Placeholder 5"/>
          <p:cNvSpPr>
            <a:spLocks noGrp="1"/>
          </p:cNvSpPr>
          <p:nvPr>
            <p:ph type="sldNum" sz="quarter" idx="12"/>
          </p:nvPr>
        </p:nvSpPr>
        <p:spPr/>
        <p:txBody>
          <a:bodyPr/>
          <a:lstStyle/>
          <a:p>
            <a:fld id="{DF041459-7E83-D249-A221-7E8C0B2A63AB}" type="slidenum">
              <a:rPr lang="en-GB" smtClean="0"/>
              <a:t>‹#›</a:t>
            </a:fld>
            <a:endParaRPr lang="en-GB"/>
          </a:p>
        </p:txBody>
      </p:sp>
    </p:spTree>
    <p:extLst>
      <p:ext uri="{BB962C8B-B14F-4D97-AF65-F5344CB8AC3E}">
        <p14:creationId xmlns:p14="http://schemas.microsoft.com/office/powerpoint/2010/main" val="2112357181"/>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2081421" y="2278913"/>
            <a:ext cx="26112371" cy="8273416"/>
          </a:xfrm>
          <a:prstGeom prst="rect">
            <a:avLst/>
          </a:prstGeom>
        </p:spPr>
        <p:txBody>
          <a:bodyPr vert="horz" lIns="91440" tIns="45720" rIns="91440" bIns="45720" rtlCol="0" anchor="ctr">
            <a:normAutofit/>
          </a:bodyPr>
          <a:lstStyle/>
          <a:p>
            <a:r>
              <a:rPr lang="en-GB"/>
              <a:t>Click to edit Master title style</a:t>
            </a:r>
            <a:endParaRPr lang="en-US" dirty="0"/>
          </a:p>
        </p:txBody>
      </p:sp>
      <p:sp>
        <p:nvSpPr>
          <p:cNvPr id="3" name="Text Placeholder 2"/>
          <p:cNvSpPr>
            <a:spLocks noGrp="1"/>
          </p:cNvSpPr>
          <p:nvPr>
            <p:ph type="body" idx="1"/>
          </p:nvPr>
        </p:nvSpPr>
        <p:spPr>
          <a:xfrm>
            <a:off x="2081421" y="11394520"/>
            <a:ext cx="26112371" cy="27158594"/>
          </a:xfrm>
          <a:prstGeom prst="rect">
            <a:avLst/>
          </a:prstGeom>
        </p:spPr>
        <p:txBody>
          <a:bodyPr vert="horz" lIns="91440" tIns="45720" rIns="91440" bIns="45720" rtlCol="0">
            <a:normAutofit/>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dirty="0"/>
          </a:p>
        </p:txBody>
      </p:sp>
      <p:sp>
        <p:nvSpPr>
          <p:cNvPr id="4" name="Date Placeholder 3"/>
          <p:cNvSpPr>
            <a:spLocks noGrp="1"/>
          </p:cNvSpPr>
          <p:nvPr>
            <p:ph type="dt" sz="half" idx="2"/>
          </p:nvPr>
        </p:nvSpPr>
        <p:spPr>
          <a:xfrm>
            <a:off x="2081421" y="39672756"/>
            <a:ext cx="6811923" cy="2278904"/>
          </a:xfrm>
          <a:prstGeom prst="rect">
            <a:avLst/>
          </a:prstGeom>
        </p:spPr>
        <p:txBody>
          <a:bodyPr vert="horz" lIns="91440" tIns="45720" rIns="91440" bIns="45720" rtlCol="0" anchor="ctr"/>
          <a:lstStyle>
            <a:lvl1pPr algn="l">
              <a:defRPr sz="3973">
                <a:solidFill>
                  <a:schemeClr val="tx1">
                    <a:tint val="75000"/>
                  </a:schemeClr>
                </a:solidFill>
              </a:defRPr>
            </a:lvl1pPr>
          </a:lstStyle>
          <a:p>
            <a:fld id="{F9F24F86-067C-614D-B900-974E01A18049}" type="datetimeFigureOut">
              <a:rPr lang="en-GB" smtClean="0"/>
              <a:t>14/09/2025</a:t>
            </a:fld>
            <a:endParaRPr lang="en-GB"/>
          </a:p>
        </p:txBody>
      </p:sp>
      <p:sp>
        <p:nvSpPr>
          <p:cNvPr id="5" name="Footer Placeholder 4"/>
          <p:cNvSpPr>
            <a:spLocks noGrp="1"/>
          </p:cNvSpPr>
          <p:nvPr>
            <p:ph type="ftr" sz="quarter" idx="3"/>
          </p:nvPr>
        </p:nvSpPr>
        <p:spPr>
          <a:xfrm>
            <a:off x="10028665" y="39672756"/>
            <a:ext cx="10217884" cy="2278904"/>
          </a:xfrm>
          <a:prstGeom prst="rect">
            <a:avLst/>
          </a:prstGeom>
        </p:spPr>
        <p:txBody>
          <a:bodyPr vert="horz" lIns="91440" tIns="45720" rIns="91440" bIns="45720" rtlCol="0" anchor="ctr"/>
          <a:lstStyle>
            <a:lvl1pPr algn="ctr">
              <a:defRPr sz="3973">
                <a:solidFill>
                  <a:schemeClr val="tx1">
                    <a:tint val="75000"/>
                  </a:schemeClr>
                </a:solidFill>
              </a:defRPr>
            </a:lvl1pPr>
          </a:lstStyle>
          <a:p>
            <a:endParaRPr lang="en-GB"/>
          </a:p>
        </p:txBody>
      </p:sp>
      <p:sp>
        <p:nvSpPr>
          <p:cNvPr id="6" name="Slide Number Placeholder 5"/>
          <p:cNvSpPr>
            <a:spLocks noGrp="1"/>
          </p:cNvSpPr>
          <p:nvPr>
            <p:ph type="sldNum" sz="quarter" idx="4"/>
          </p:nvPr>
        </p:nvSpPr>
        <p:spPr>
          <a:xfrm>
            <a:off x="21381869" y="39672756"/>
            <a:ext cx="6811923" cy="2278904"/>
          </a:xfrm>
          <a:prstGeom prst="rect">
            <a:avLst/>
          </a:prstGeom>
        </p:spPr>
        <p:txBody>
          <a:bodyPr vert="horz" lIns="91440" tIns="45720" rIns="91440" bIns="45720" rtlCol="0" anchor="ctr"/>
          <a:lstStyle>
            <a:lvl1pPr algn="r">
              <a:defRPr sz="3973">
                <a:solidFill>
                  <a:schemeClr val="tx1">
                    <a:tint val="75000"/>
                  </a:schemeClr>
                </a:solidFill>
              </a:defRPr>
            </a:lvl1pPr>
          </a:lstStyle>
          <a:p>
            <a:fld id="{DF041459-7E83-D249-A221-7E8C0B2A63AB}" type="slidenum">
              <a:rPr lang="en-GB" smtClean="0"/>
              <a:t>‹#›</a:t>
            </a:fld>
            <a:endParaRPr lang="en-GB"/>
          </a:p>
        </p:txBody>
      </p:sp>
    </p:spTree>
    <p:extLst>
      <p:ext uri="{BB962C8B-B14F-4D97-AF65-F5344CB8AC3E}">
        <p14:creationId xmlns:p14="http://schemas.microsoft.com/office/powerpoint/2010/main" val="3185523342"/>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Lst>
  <p:txStyles>
    <p:titleStyle>
      <a:lvl1pPr algn="l" defTabSz="3027487" rtl="0" eaLnBrk="1" latinLnBrk="0" hangingPunct="1">
        <a:lnSpc>
          <a:spcPct val="90000"/>
        </a:lnSpc>
        <a:spcBef>
          <a:spcPct val="0"/>
        </a:spcBef>
        <a:buNone/>
        <a:defRPr sz="14568" kern="1200">
          <a:solidFill>
            <a:schemeClr val="tx1"/>
          </a:solidFill>
          <a:latin typeface="+mj-lt"/>
          <a:ea typeface="+mj-ea"/>
          <a:cs typeface="+mj-cs"/>
        </a:defRPr>
      </a:lvl1pPr>
    </p:titleStyle>
    <p:bodyStyle>
      <a:lvl1pPr marL="756872" indent="-756872" algn="l" defTabSz="3027487" rtl="0" eaLnBrk="1" latinLnBrk="0" hangingPunct="1">
        <a:lnSpc>
          <a:spcPct val="90000"/>
        </a:lnSpc>
        <a:spcBef>
          <a:spcPts val="3311"/>
        </a:spcBef>
        <a:buFont typeface="Arial" panose="020B0604020202020204" pitchFamily="34" charset="0"/>
        <a:buChar char="•"/>
        <a:defRPr sz="9271" kern="1200">
          <a:solidFill>
            <a:schemeClr val="tx1"/>
          </a:solidFill>
          <a:latin typeface="+mn-lt"/>
          <a:ea typeface="+mn-ea"/>
          <a:cs typeface="+mn-cs"/>
        </a:defRPr>
      </a:lvl1pPr>
      <a:lvl2pPr marL="2270615" indent="-756872" algn="l" defTabSz="3027487" rtl="0" eaLnBrk="1" latinLnBrk="0" hangingPunct="1">
        <a:lnSpc>
          <a:spcPct val="90000"/>
        </a:lnSpc>
        <a:spcBef>
          <a:spcPts val="1655"/>
        </a:spcBef>
        <a:buFont typeface="Arial" panose="020B0604020202020204" pitchFamily="34" charset="0"/>
        <a:buChar char="•"/>
        <a:defRPr sz="7946" kern="1200">
          <a:solidFill>
            <a:schemeClr val="tx1"/>
          </a:solidFill>
          <a:latin typeface="+mn-lt"/>
          <a:ea typeface="+mn-ea"/>
          <a:cs typeface="+mn-cs"/>
        </a:defRPr>
      </a:lvl2pPr>
      <a:lvl3pPr marL="3784359" indent="-756872" algn="l" defTabSz="3027487" rtl="0" eaLnBrk="1" latinLnBrk="0" hangingPunct="1">
        <a:lnSpc>
          <a:spcPct val="90000"/>
        </a:lnSpc>
        <a:spcBef>
          <a:spcPts val="1655"/>
        </a:spcBef>
        <a:buFont typeface="Arial" panose="020B0604020202020204" pitchFamily="34" charset="0"/>
        <a:buChar char="•"/>
        <a:defRPr sz="6622" kern="1200">
          <a:solidFill>
            <a:schemeClr val="tx1"/>
          </a:solidFill>
          <a:latin typeface="+mn-lt"/>
          <a:ea typeface="+mn-ea"/>
          <a:cs typeface="+mn-cs"/>
        </a:defRPr>
      </a:lvl3pPr>
      <a:lvl4pPr marL="5298102" indent="-756872" algn="l" defTabSz="3027487" rtl="0" eaLnBrk="1" latinLnBrk="0" hangingPunct="1">
        <a:lnSpc>
          <a:spcPct val="90000"/>
        </a:lnSpc>
        <a:spcBef>
          <a:spcPts val="1655"/>
        </a:spcBef>
        <a:buFont typeface="Arial" panose="020B0604020202020204" pitchFamily="34" charset="0"/>
        <a:buChar char="•"/>
        <a:defRPr sz="5960" kern="1200">
          <a:solidFill>
            <a:schemeClr val="tx1"/>
          </a:solidFill>
          <a:latin typeface="+mn-lt"/>
          <a:ea typeface="+mn-ea"/>
          <a:cs typeface="+mn-cs"/>
        </a:defRPr>
      </a:lvl4pPr>
      <a:lvl5pPr marL="6811846" indent="-756872" algn="l" defTabSz="3027487" rtl="0" eaLnBrk="1" latinLnBrk="0" hangingPunct="1">
        <a:lnSpc>
          <a:spcPct val="90000"/>
        </a:lnSpc>
        <a:spcBef>
          <a:spcPts val="1655"/>
        </a:spcBef>
        <a:buFont typeface="Arial" panose="020B0604020202020204" pitchFamily="34" charset="0"/>
        <a:buChar char="•"/>
        <a:defRPr sz="5960" kern="1200">
          <a:solidFill>
            <a:schemeClr val="tx1"/>
          </a:solidFill>
          <a:latin typeface="+mn-lt"/>
          <a:ea typeface="+mn-ea"/>
          <a:cs typeface="+mn-cs"/>
        </a:defRPr>
      </a:lvl5pPr>
      <a:lvl6pPr marL="8325589" indent="-756872" algn="l" defTabSz="3027487" rtl="0" eaLnBrk="1" latinLnBrk="0" hangingPunct="1">
        <a:lnSpc>
          <a:spcPct val="90000"/>
        </a:lnSpc>
        <a:spcBef>
          <a:spcPts val="1655"/>
        </a:spcBef>
        <a:buFont typeface="Arial" panose="020B0604020202020204" pitchFamily="34" charset="0"/>
        <a:buChar char="•"/>
        <a:defRPr sz="5960" kern="1200">
          <a:solidFill>
            <a:schemeClr val="tx1"/>
          </a:solidFill>
          <a:latin typeface="+mn-lt"/>
          <a:ea typeface="+mn-ea"/>
          <a:cs typeface="+mn-cs"/>
        </a:defRPr>
      </a:lvl6pPr>
      <a:lvl7pPr marL="9839333" indent="-756872" algn="l" defTabSz="3027487" rtl="0" eaLnBrk="1" latinLnBrk="0" hangingPunct="1">
        <a:lnSpc>
          <a:spcPct val="90000"/>
        </a:lnSpc>
        <a:spcBef>
          <a:spcPts val="1655"/>
        </a:spcBef>
        <a:buFont typeface="Arial" panose="020B0604020202020204" pitchFamily="34" charset="0"/>
        <a:buChar char="•"/>
        <a:defRPr sz="5960" kern="1200">
          <a:solidFill>
            <a:schemeClr val="tx1"/>
          </a:solidFill>
          <a:latin typeface="+mn-lt"/>
          <a:ea typeface="+mn-ea"/>
          <a:cs typeface="+mn-cs"/>
        </a:defRPr>
      </a:lvl7pPr>
      <a:lvl8pPr marL="11353076" indent="-756872" algn="l" defTabSz="3027487" rtl="0" eaLnBrk="1" latinLnBrk="0" hangingPunct="1">
        <a:lnSpc>
          <a:spcPct val="90000"/>
        </a:lnSpc>
        <a:spcBef>
          <a:spcPts val="1655"/>
        </a:spcBef>
        <a:buFont typeface="Arial" panose="020B0604020202020204" pitchFamily="34" charset="0"/>
        <a:buChar char="•"/>
        <a:defRPr sz="5960" kern="1200">
          <a:solidFill>
            <a:schemeClr val="tx1"/>
          </a:solidFill>
          <a:latin typeface="+mn-lt"/>
          <a:ea typeface="+mn-ea"/>
          <a:cs typeface="+mn-cs"/>
        </a:defRPr>
      </a:lvl8pPr>
      <a:lvl9pPr marL="12866820" indent="-756872" algn="l" defTabSz="3027487" rtl="0" eaLnBrk="1" latinLnBrk="0" hangingPunct="1">
        <a:lnSpc>
          <a:spcPct val="90000"/>
        </a:lnSpc>
        <a:spcBef>
          <a:spcPts val="1655"/>
        </a:spcBef>
        <a:buFont typeface="Arial" panose="020B0604020202020204" pitchFamily="34" charset="0"/>
        <a:buChar char="•"/>
        <a:defRPr sz="5960" kern="1200">
          <a:solidFill>
            <a:schemeClr val="tx1"/>
          </a:solidFill>
          <a:latin typeface="+mn-lt"/>
          <a:ea typeface="+mn-ea"/>
          <a:cs typeface="+mn-cs"/>
        </a:defRPr>
      </a:lvl9pPr>
    </p:bodyStyle>
    <p:otherStyle>
      <a:defPPr>
        <a:defRPr lang="en-US"/>
      </a:defPPr>
      <a:lvl1pPr marL="0" algn="l" defTabSz="3027487" rtl="0" eaLnBrk="1" latinLnBrk="0" hangingPunct="1">
        <a:defRPr sz="5960" kern="1200">
          <a:solidFill>
            <a:schemeClr val="tx1"/>
          </a:solidFill>
          <a:latin typeface="+mn-lt"/>
          <a:ea typeface="+mn-ea"/>
          <a:cs typeface="+mn-cs"/>
        </a:defRPr>
      </a:lvl1pPr>
      <a:lvl2pPr marL="1513743" algn="l" defTabSz="3027487" rtl="0" eaLnBrk="1" latinLnBrk="0" hangingPunct="1">
        <a:defRPr sz="5960" kern="1200">
          <a:solidFill>
            <a:schemeClr val="tx1"/>
          </a:solidFill>
          <a:latin typeface="+mn-lt"/>
          <a:ea typeface="+mn-ea"/>
          <a:cs typeface="+mn-cs"/>
        </a:defRPr>
      </a:lvl2pPr>
      <a:lvl3pPr marL="3027487" algn="l" defTabSz="3027487" rtl="0" eaLnBrk="1" latinLnBrk="0" hangingPunct="1">
        <a:defRPr sz="5960" kern="1200">
          <a:solidFill>
            <a:schemeClr val="tx1"/>
          </a:solidFill>
          <a:latin typeface="+mn-lt"/>
          <a:ea typeface="+mn-ea"/>
          <a:cs typeface="+mn-cs"/>
        </a:defRPr>
      </a:lvl3pPr>
      <a:lvl4pPr marL="4541230" algn="l" defTabSz="3027487" rtl="0" eaLnBrk="1" latinLnBrk="0" hangingPunct="1">
        <a:defRPr sz="5960" kern="1200">
          <a:solidFill>
            <a:schemeClr val="tx1"/>
          </a:solidFill>
          <a:latin typeface="+mn-lt"/>
          <a:ea typeface="+mn-ea"/>
          <a:cs typeface="+mn-cs"/>
        </a:defRPr>
      </a:lvl4pPr>
      <a:lvl5pPr marL="6054974" algn="l" defTabSz="3027487" rtl="0" eaLnBrk="1" latinLnBrk="0" hangingPunct="1">
        <a:defRPr sz="5960" kern="1200">
          <a:solidFill>
            <a:schemeClr val="tx1"/>
          </a:solidFill>
          <a:latin typeface="+mn-lt"/>
          <a:ea typeface="+mn-ea"/>
          <a:cs typeface="+mn-cs"/>
        </a:defRPr>
      </a:lvl5pPr>
      <a:lvl6pPr marL="7568717" algn="l" defTabSz="3027487" rtl="0" eaLnBrk="1" latinLnBrk="0" hangingPunct="1">
        <a:defRPr sz="5960" kern="1200">
          <a:solidFill>
            <a:schemeClr val="tx1"/>
          </a:solidFill>
          <a:latin typeface="+mn-lt"/>
          <a:ea typeface="+mn-ea"/>
          <a:cs typeface="+mn-cs"/>
        </a:defRPr>
      </a:lvl6pPr>
      <a:lvl7pPr marL="9082461" algn="l" defTabSz="3027487" rtl="0" eaLnBrk="1" latinLnBrk="0" hangingPunct="1">
        <a:defRPr sz="5960" kern="1200">
          <a:solidFill>
            <a:schemeClr val="tx1"/>
          </a:solidFill>
          <a:latin typeface="+mn-lt"/>
          <a:ea typeface="+mn-ea"/>
          <a:cs typeface="+mn-cs"/>
        </a:defRPr>
      </a:lvl7pPr>
      <a:lvl8pPr marL="10596204" algn="l" defTabSz="3027487" rtl="0" eaLnBrk="1" latinLnBrk="0" hangingPunct="1">
        <a:defRPr sz="5960" kern="1200">
          <a:solidFill>
            <a:schemeClr val="tx1"/>
          </a:solidFill>
          <a:latin typeface="+mn-lt"/>
          <a:ea typeface="+mn-ea"/>
          <a:cs typeface="+mn-cs"/>
        </a:defRPr>
      </a:lvl8pPr>
      <a:lvl9pPr marL="12109948" algn="l" defTabSz="3027487" rtl="0" eaLnBrk="1" latinLnBrk="0" hangingPunct="1">
        <a:defRPr sz="596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8" Type="http://schemas.openxmlformats.org/officeDocument/2006/relationships/image" Target="../media/image6.png"/><Relationship Id="rId3" Type="http://schemas.openxmlformats.org/officeDocument/2006/relationships/image" Target="../media/image1.png"/><Relationship Id="rId7" Type="http://schemas.openxmlformats.org/officeDocument/2006/relationships/image" Target="../media/image5.png"/><Relationship Id="rId2" Type="http://schemas.openxmlformats.org/officeDocument/2006/relationships/hyperlink" Target="mailto:giulio.Benedetti@utu.fi" TargetMode="External"/><Relationship Id="rId1" Type="http://schemas.openxmlformats.org/officeDocument/2006/relationships/slideLayout" Target="../slideLayouts/slideLayout1.xml"/><Relationship Id="rId6" Type="http://schemas.openxmlformats.org/officeDocument/2006/relationships/image" Target="../media/image4.emf"/><Relationship Id="rId11" Type="http://schemas.openxmlformats.org/officeDocument/2006/relationships/image" Target="../media/image9.png"/><Relationship Id="rId5" Type="http://schemas.openxmlformats.org/officeDocument/2006/relationships/image" Target="../media/image3.emf"/><Relationship Id="rId10" Type="http://schemas.openxmlformats.org/officeDocument/2006/relationships/image" Target="../media/image8.jpg"/><Relationship Id="rId4" Type="http://schemas.openxmlformats.org/officeDocument/2006/relationships/image" Target="../media/image2.jpg"/><Relationship Id="rId9" Type="http://schemas.openxmlformats.org/officeDocument/2006/relationships/image" Target="../media/image7.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 name="TextBox 13">
            <a:extLst>
              <a:ext uri="{FF2B5EF4-FFF2-40B4-BE49-F238E27FC236}">
                <a16:creationId xmlns:a16="http://schemas.microsoft.com/office/drawing/2014/main" id="{072DB047-8857-C38F-1C51-23EDE4EA64AA}"/>
              </a:ext>
            </a:extLst>
          </p:cNvPr>
          <p:cNvSpPr txBox="1"/>
          <p:nvPr/>
        </p:nvSpPr>
        <p:spPr>
          <a:xfrm>
            <a:off x="1626253" y="2684512"/>
            <a:ext cx="6692051" cy="3426579"/>
          </a:xfrm>
          <a:prstGeom prst="rect">
            <a:avLst/>
          </a:prstGeom>
          <a:noFill/>
        </p:spPr>
        <p:txBody>
          <a:bodyPr wrap="square" rtlCol="0">
            <a:spAutoFit/>
          </a:bodyPr>
          <a:lstStyle/>
          <a:p>
            <a:r>
              <a:rPr lang="en-GB" sz="4000" u="sng" dirty="0"/>
              <a:t>Giulio Benedetti</a:t>
            </a:r>
            <a:r>
              <a:rPr lang="en-GB" sz="4000" dirty="0"/>
              <a:t>,</a:t>
            </a:r>
          </a:p>
          <a:p>
            <a:r>
              <a:rPr lang="en-GB" sz="4000" dirty="0"/>
              <a:t>email: </a:t>
            </a:r>
            <a:r>
              <a:rPr lang="en-GB" sz="4000" dirty="0">
                <a:hlinkClick r:id="rId2"/>
              </a:rPr>
              <a:t>giulio.benedetti@utu.fi</a:t>
            </a:r>
            <a:endParaRPr lang="en-GB" sz="4000" dirty="0"/>
          </a:p>
          <a:p>
            <a:pPr>
              <a:spcBef>
                <a:spcPts val="2000"/>
              </a:spcBef>
            </a:pPr>
            <a:r>
              <a:rPr lang="en-GB" sz="4000" dirty="0"/>
              <a:t>Co-authors: Ely </a:t>
            </a:r>
            <a:r>
              <a:rPr lang="en-GB" sz="4000" dirty="0" err="1"/>
              <a:t>Seraidarian</a:t>
            </a:r>
            <a:r>
              <a:rPr lang="en-GB" sz="4000" dirty="0"/>
              <a:t>, </a:t>
            </a:r>
            <a:r>
              <a:rPr lang="en-GB" sz="4000" dirty="0" err="1"/>
              <a:t>Theotime</a:t>
            </a:r>
            <a:r>
              <a:rPr lang="en-GB" sz="4000" dirty="0"/>
              <a:t> </a:t>
            </a:r>
            <a:r>
              <a:rPr lang="en-GB" sz="4000" dirty="0" err="1"/>
              <a:t>Pralas</a:t>
            </a:r>
            <a:r>
              <a:rPr lang="en-GB" sz="4000" dirty="0"/>
              <a:t>, </a:t>
            </a:r>
            <a:r>
              <a:rPr lang="en-GB" sz="4000" dirty="0" err="1"/>
              <a:t>Akewak</a:t>
            </a:r>
            <a:r>
              <a:rPr lang="en-GB" sz="4000" dirty="0"/>
              <a:t> Jeba, Tuomas Borman, Leo Lahti</a:t>
            </a:r>
          </a:p>
        </p:txBody>
      </p:sp>
      <p:sp>
        <p:nvSpPr>
          <p:cNvPr id="15" name="TextBox 14">
            <a:extLst>
              <a:ext uri="{FF2B5EF4-FFF2-40B4-BE49-F238E27FC236}">
                <a16:creationId xmlns:a16="http://schemas.microsoft.com/office/drawing/2014/main" id="{5AB34D24-845A-10F8-00D6-F1A652CA4C69}"/>
              </a:ext>
            </a:extLst>
          </p:cNvPr>
          <p:cNvSpPr txBox="1"/>
          <p:nvPr/>
        </p:nvSpPr>
        <p:spPr>
          <a:xfrm>
            <a:off x="5521215" y="484476"/>
            <a:ext cx="19232783" cy="2246769"/>
          </a:xfrm>
          <a:prstGeom prst="rect">
            <a:avLst/>
          </a:prstGeom>
          <a:noFill/>
        </p:spPr>
        <p:txBody>
          <a:bodyPr wrap="square" rtlCol="0">
            <a:spAutoFit/>
          </a:bodyPr>
          <a:lstStyle/>
          <a:p>
            <a:pPr algn="ctr"/>
            <a:r>
              <a:rPr lang="en-GB" sz="7000" b="1" dirty="0">
                <a:solidFill>
                  <a:srgbClr val="0070C0"/>
                </a:solidFill>
              </a:rPr>
              <a:t>miaDash</a:t>
            </a:r>
            <a:r>
              <a:rPr lang="en-GB" sz="7000" dirty="0"/>
              <a:t>: a web app for reproducible and interactive microbiome analysis and visualisation</a:t>
            </a:r>
          </a:p>
        </p:txBody>
      </p:sp>
      <p:pic>
        <p:nvPicPr>
          <p:cNvPr id="5" name="Picture 4">
            <a:extLst>
              <a:ext uri="{FF2B5EF4-FFF2-40B4-BE49-F238E27FC236}">
                <a16:creationId xmlns:a16="http://schemas.microsoft.com/office/drawing/2014/main" id="{57C1C68C-66F2-FD52-A8FA-432C84DDFC00}"/>
              </a:ext>
            </a:extLst>
          </p:cNvPr>
          <p:cNvPicPr>
            <a:picLocks noChangeAspect="1"/>
          </p:cNvPicPr>
          <p:nvPr/>
        </p:nvPicPr>
        <p:blipFill>
          <a:blip r:embed="rId3"/>
          <a:stretch>
            <a:fillRect/>
          </a:stretch>
        </p:blipFill>
        <p:spPr>
          <a:xfrm>
            <a:off x="13283248" y="3371399"/>
            <a:ext cx="2304924" cy="2698448"/>
          </a:xfrm>
          <a:prstGeom prst="rect">
            <a:avLst/>
          </a:prstGeom>
        </p:spPr>
      </p:pic>
      <p:sp>
        <p:nvSpPr>
          <p:cNvPr id="17" name="TextBox 16">
            <a:extLst>
              <a:ext uri="{FF2B5EF4-FFF2-40B4-BE49-F238E27FC236}">
                <a16:creationId xmlns:a16="http://schemas.microsoft.com/office/drawing/2014/main" id="{9635D836-35BD-A5F4-5543-8B8720867C36}"/>
              </a:ext>
            </a:extLst>
          </p:cNvPr>
          <p:cNvSpPr txBox="1"/>
          <p:nvPr/>
        </p:nvSpPr>
        <p:spPr>
          <a:xfrm>
            <a:off x="1572974" y="6560128"/>
            <a:ext cx="3567195" cy="861774"/>
          </a:xfrm>
          <a:prstGeom prst="rect">
            <a:avLst/>
          </a:prstGeom>
          <a:noFill/>
        </p:spPr>
        <p:txBody>
          <a:bodyPr wrap="none" rtlCol="0">
            <a:spAutoFit/>
          </a:bodyPr>
          <a:lstStyle/>
          <a:p>
            <a:r>
              <a:rPr lang="en-GB" sz="5000" b="1" dirty="0"/>
              <a:t>The problem</a:t>
            </a:r>
          </a:p>
        </p:txBody>
      </p:sp>
      <p:sp>
        <p:nvSpPr>
          <p:cNvPr id="20" name="TextBox 19">
            <a:extLst>
              <a:ext uri="{FF2B5EF4-FFF2-40B4-BE49-F238E27FC236}">
                <a16:creationId xmlns:a16="http://schemas.microsoft.com/office/drawing/2014/main" id="{CA272154-EA2F-DD1A-757F-F2B165D58703}"/>
              </a:ext>
            </a:extLst>
          </p:cNvPr>
          <p:cNvSpPr txBox="1"/>
          <p:nvPr/>
        </p:nvSpPr>
        <p:spPr>
          <a:xfrm>
            <a:off x="1572973" y="7371798"/>
            <a:ext cx="12977126" cy="3323987"/>
          </a:xfrm>
          <a:prstGeom prst="rect">
            <a:avLst/>
          </a:prstGeom>
          <a:noFill/>
        </p:spPr>
        <p:txBody>
          <a:bodyPr wrap="square" rtlCol="0">
            <a:spAutoFit/>
          </a:bodyPr>
          <a:lstStyle/>
          <a:p>
            <a:pPr algn="just"/>
            <a:r>
              <a:rPr lang="en-GB" sz="3000" dirty="0"/>
              <a:t>Microbes are everywhere and are essential for keeping ecosystems in balance. As microbiome research advances, microbiome datasets continue to grow. The Bioconductor framework provides methods for microbiome data analysis, but they are not yet accessible to non-programmers. To lower the entry threshold, we developed miaDash, a web app to interactively analyse and visualise microbiome data. Our goal is to </a:t>
            </a:r>
            <a:r>
              <a:rPr lang="en-GB" sz="3000" b="1" dirty="0"/>
              <a:t>make microbiome data science accessible </a:t>
            </a:r>
            <a:r>
              <a:rPr lang="en-GB" sz="3000" dirty="0"/>
              <a:t>to anyone who needs it, with or without progamming skills.</a:t>
            </a:r>
          </a:p>
        </p:txBody>
      </p:sp>
      <p:sp>
        <p:nvSpPr>
          <p:cNvPr id="2" name="Rectangle 1">
            <a:extLst>
              <a:ext uri="{FF2B5EF4-FFF2-40B4-BE49-F238E27FC236}">
                <a16:creationId xmlns:a16="http://schemas.microsoft.com/office/drawing/2014/main" id="{091B32AC-E70D-68E0-A440-DEBDC0EF5AFC}"/>
              </a:ext>
            </a:extLst>
          </p:cNvPr>
          <p:cNvSpPr/>
          <p:nvPr/>
        </p:nvSpPr>
        <p:spPr>
          <a:xfrm>
            <a:off x="-29113" y="41023309"/>
            <a:ext cx="30304326" cy="1806262"/>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GB" sz="2400" b="0" i="0" dirty="0">
                <a:solidFill>
                  <a:schemeClr val="bg1"/>
                </a:solidFill>
                <a:effectLst/>
                <a:latin typeface="Atkinson Hyperlegible"/>
              </a:rPr>
              <a:t>	References:</a:t>
            </a:r>
          </a:p>
          <a:p>
            <a:r>
              <a:rPr lang="en-GB" sz="2400" b="0" i="0" dirty="0">
                <a:solidFill>
                  <a:schemeClr val="bg1"/>
                </a:solidFill>
                <a:effectLst/>
                <a:latin typeface="Atkinson Hyperlegible"/>
              </a:rPr>
              <a:t>	1. </a:t>
            </a:r>
            <a:r>
              <a:rPr lang="en-GB" sz="2400" dirty="0"/>
              <a:t>Benedetti, G., </a:t>
            </a:r>
            <a:r>
              <a:rPr lang="en-GB" sz="2400" dirty="0" err="1"/>
              <a:t>Seraidarian</a:t>
            </a:r>
            <a:r>
              <a:rPr lang="en-GB" sz="2400" dirty="0"/>
              <a:t>, E., </a:t>
            </a:r>
            <a:r>
              <a:rPr lang="en-GB" sz="2400" dirty="0" err="1"/>
              <a:t>Pralas</a:t>
            </a:r>
            <a:r>
              <a:rPr lang="en-GB" sz="2400" dirty="0"/>
              <a:t>, T., Jeba, A., Borman, T., &amp; Lahti, L. (2025). </a:t>
            </a:r>
            <a:r>
              <a:rPr lang="en-GB" sz="2400" dirty="0" err="1"/>
              <a:t>iSEEtree</a:t>
            </a:r>
            <a:r>
              <a:rPr lang="en-GB" sz="2400" dirty="0"/>
              <a:t>: interactive explorer for hierarchical data. </a:t>
            </a:r>
            <a:r>
              <a:rPr lang="en-GB" sz="2400" i="1" dirty="0"/>
              <a:t>Bioinformatics Advances</a:t>
            </a:r>
            <a:r>
              <a:rPr lang="en-GB" sz="2400" dirty="0"/>
              <a:t>, </a:t>
            </a:r>
            <a:r>
              <a:rPr lang="en-GB" sz="2400" i="1" dirty="0"/>
              <a:t>5</a:t>
            </a:r>
            <a:r>
              <a:rPr lang="en-GB" sz="2400" dirty="0"/>
              <a:t>(1), vbaf107.</a:t>
            </a:r>
            <a:endParaRPr lang="en-GB" sz="2400" b="0" i="0" dirty="0">
              <a:solidFill>
                <a:schemeClr val="bg1"/>
              </a:solidFill>
              <a:effectLst/>
              <a:latin typeface="Atkinson Hyperlegible"/>
            </a:endParaRPr>
          </a:p>
          <a:p>
            <a:r>
              <a:rPr lang="en-GB" sz="2400" dirty="0">
                <a:solidFill>
                  <a:schemeClr val="bg1"/>
                </a:solidFill>
                <a:latin typeface="Atkinson Hyperlegible"/>
              </a:rPr>
              <a:t>	</a:t>
            </a:r>
            <a:r>
              <a:rPr lang="en-GB" sz="2400" b="0" i="0" dirty="0">
                <a:solidFill>
                  <a:schemeClr val="bg1"/>
                </a:solidFill>
                <a:effectLst/>
                <a:latin typeface="Atkinson Hyperlegible"/>
              </a:rPr>
              <a:t>2. Rue-Albrecht K, Marini F, </a:t>
            </a:r>
            <a:r>
              <a:rPr lang="en-GB" sz="2400" b="0" i="0" dirty="0" err="1">
                <a:solidFill>
                  <a:schemeClr val="bg1"/>
                </a:solidFill>
                <a:effectLst/>
                <a:latin typeface="Atkinson Hyperlegible"/>
              </a:rPr>
              <a:t>Soneson</a:t>
            </a:r>
            <a:r>
              <a:rPr lang="en-GB" sz="2400" b="0" i="0" dirty="0">
                <a:solidFill>
                  <a:schemeClr val="bg1"/>
                </a:solidFill>
                <a:effectLst/>
                <a:latin typeface="Atkinson Hyperlegible"/>
              </a:rPr>
              <a:t> C, </a:t>
            </a:r>
            <a:r>
              <a:rPr lang="en-GB" sz="2400" b="0" i="0" dirty="0" err="1">
                <a:solidFill>
                  <a:schemeClr val="bg1"/>
                </a:solidFill>
                <a:effectLst/>
                <a:latin typeface="Atkinson Hyperlegible"/>
              </a:rPr>
              <a:t>Lun</a:t>
            </a:r>
            <a:r>
              <a:rPr lang="en-GB" sz="2400" b="0" i="0" dirty="0">
                <a:solidFill>
                  <a:schemeClr val="bg1"/>
                </a:solidFill>
                <a:effectLst/>
                <a:latin typeface="Atkinson Hyperlegible"/>
              </a:rPr>
              <a:t> ATL (2018). “iSEE: Interactive </a:t>
            </a:r>
            <a:r>
              <a:rPr lang="en-GB" sz="2400" b="0" i="0" dirty="0" err="1">
                <a:solidFill>
                  <a:schemeClr val="bg1"/>
                </a:solidFill>
                <a:effectLst/>
                <a:latin typeface="Atkinson Hyperlegible"/>
              </a:rPr>
              <a:t>SummarizedExperiment</a:t>
            </a:r>
            <a:r>
              <a:rPr lang="en-GB" sz="2400" b="0" i="0" dirty="0">
                <a:solidFill>
                  <a:schemeClr val="bg1"/>
                </a:solidFill>
                <a:effectLst/>
                <a:latin typeface="Atkinson Hyperlegible"/>
              </a:rPr>
              <a:t> Explorer.” </a:t>
            </a:r>
            <a:r>
              <a:rPr lang="en-GB" sz="2400" b="0" i="1" dirty="0">
                <a:solidFill>
                  <a:schemeClr val="bg1"/>
                </a:solidFill>
                <a:effectLst/>
                <a:latin typeface="Atkinson Hyperlegible"/>
              </a:rPr>
              <a:t>F1000Research</a:t>
            </a:r>
            <a:r>
              <a:rPr lang="en-GB" sz="2400" b="0" i="0" dirty="0">
                <a:solidFill>
                  <a:schemeClr val="bg1"/>
                </a:solidFill>
                <a:effectLst/>
                <a:latin typeface="Atkinson Hyperlegible"/>
              </a:rPr>
              <a:t>, </a:t>
            </a:r>
            <a:r>
              <a:rPr lang="en-GB" sz="2400" b="1" i="0" dirty="0">
                <a:solidFill>
                  <a:schemeClr val="bg1"/>
                </a:solidFill>
                <a:effectLst/>
                <a:latin typeface="Atkinson Hyperlegible"/>
              </a:rPr>
              <a:t>7</a:t>
            </a:r>
            <a:r>
              <a:rPr lang="en-GB" sz="2400" b="0" i="0" dirty="0">
                <a:solidFill>
                  <a:schemeClr val="bg1"/>
                </a:solidFill>
                <a:effectLst/>
                <a:latin typeface="Atkinson Hyperlegible"/>
              </a:rPr>
              <a:t>, 741.</a:t>
            </a:r>
            <a:endParaRPr lang="en-GB" sz="2400" dirty="0">
              <a:solidFill>
                <a:schemeClr val="bg1"/>
              </a:solidFill>
              <a:latin typeface="Atkinson Hyperlegible"/>
            </a:endParaRPr>
          </a:p>
          <a:p>
            <a:r>
              <a:rPr lang="en-GB" sz="2400" dirty="0">
                <a:solidFill>
                  <a:schemeClr val="bg1"/>
                </a:solidFill>
                <a:latin typeface="Atkinson Hyperlegible"/>
              </a:rPr>
              <a:t>	3. </a:t>
            </a:r>
            <a:r>
              <a:rPr lang="en-GB" sz="2400" dirty="0"/>
              <a:t>Huang, R., Soneson, C., Ernst, F. G., Rue-Albrecht, K. C., Yu, G., Hicks, S. C., &amp; Robinson, M. D. (2021). TreeSummarizedExperiment: a S4 class for data with hierarchical structure. </a:t>
            </a:r>
            <a:r>
              <a:rPr lang="en-GB" sz="2400" i="1" dirty="0"/>
              <a:t>F1000Research</a:t>
            </a:r>
            <a:r>
              <a:rPr lang="en-GB" sz="2400" dirty="0"/>
              <a:t>, </a:t>
            </a:r>
            <a:r>
              <a:rPr lang="en-GB" sz="2400" i="1" dirty="0"/>
              <a:t>9</a:t>
            </a:r>
            <a:r>
              <a:rPr lang="en-GB" sz="2400" dirty="0"/>
              <a:t>, 1246.</a:t>
            </a:r>
            <a:endParaRPr lang="en-GB" sz="2400" dirty="0">
              <a:solidFill>
                <a:schemeClr val="bg1"/>
              </a:solidFill>
              <a:latin typeface="Atkinson Hyperlegible"/>
            </a:endParaRPr>
          </a:p>
        </p:txBody>
      </p:sp>
      <p:sp>
        <p:nvSpPr>
          <p:cNvPr id="21" name="TextBox 20">
            <a:extLst>
              <a:ext uri="{FF2B5EF4-FFF2-40B4-BE49-F238E27FC236}">
                <a16:creationId xmlns:a16="http://schemas.microsoft.com/office/drawing/2014/main" id="{8F6A0DC3-9F05-D5C1-E1F9-14C59C5EAB73}"/>
              </a:ext>
            </a:extLst>
          </p:cNvPr>
          <p:cNvSpPr txBox="1"/>
          <p:nvPr/>
        </p:nvSpPr>
        <p:spPr>
          <a:xfrm>
            <a:off x="1569486" y="14618324"/>
            <a:ext cx="2971519" cy="861774"/>
          </a:xfrm>
          <a:prstGeom prst="rect">
            <a:avLst/>
          </a:prstGeom>
          <a:noFill/>
        </p:spPr>
        <p:txBody>
          <a:bodyPr wrap="none" rtlCol="0">
            <a:spAutoFit/>
          </a:bodyPr>
          <a:lstStyle/>
          <a:p>
            <a:r>
              <a:rPr lang="en-GB" sz="5000" b="1" dirty="0"/>
              <a:t>The future</a:t>
            </a:r>
          </a:p>
        </p:txBody>
      </p:sp>
      <p:sp>
        <p:nvSpPr>
          <p:cNvPr id="8" name="TextBox 7">
            <a:extLst>
              <a:ext uri="{FF2B5EF4-FFF2-40B4-BE49-F238E27FC236}">
                <a16:creationId xmlns:a16="http://schemas.microsoft.com/office/drawing/2014/main" id="{F28BB32C-B4C4-6672-C9E5-33948F950385}"/>
              </a:ext>
            </a:extLst>
          </p:cNvPr>
          <p:cNvSpPr txBox="1"/>
          <p:nvPr/>
        </p:nvSpPr>
        <p:spPr>
          <a:xfrm>
            <a:off x="15716528" y="6565123"/>
            <a:ext cx="7558087" cy="861774"/>
          </a:xfrm>
          <a:prstGeom prst="rect">
            <a:avLst/>
          </a:prstGeom>
          <a:noFill/>
        </p:spPr>
        <p:txBody>
          <a:bodyPr wrap="square" rtlCol="0">
            <a:spAutoFit/>
          </a:bodyPr>
          <a:lstStyle/>
          <a:p>
            <a:r>
              <a:rPr lang="en-GB" sz="5000" b="1" dirty="0"/>
              <a:t>The framework</a:t>
            </a:r>
          </a:p>
        </p:txBody>
      </p:sp>
      <p:sp>
        <p:nvSpPr>
          <p:cNvPr id="37" name="TextBox 36">
            <a:extLst>
              <a:ext uri="{FF2B5EF4-FFF2-40B4-BE49-F238E27FC236}">
                <a16:creationId xmlns:a16="http://schemas.microsoft.com/office/drawing/2014/main" id="{81529BAA-3EA0-E51F-B9C3-29E98962D36E}"/>
              </a:ext>
            </a:extLst>
          </p:cNvPr>
          <p:cNvSpPr txBox="1"/>
          <p:nvPr/>
        </p:nvSpPr>
        <p:spPr>
          <a:xfrm>
            <a:off x="1572974" y="15429994"/>
            <a:ext cx="12977125" cy="1477328"/>
          </a:xfrm>
          <a:prstGeom prst="rect">
            <a:avLst/>
          </a:prstGeom>
          <a:noFill/>
        </p:spPr>
        <p:txBody>
          <a:bodyPr wrap="square" rtlCol="0">
            <a:spAutoFit/>
          </a:bodyPr>
          <a:lstStyle/>
          <a:p>
            <a:pPr algn="just"/>
            <a:r>
              <a:rPr lang="en-GB" sz="3000" dirty="0"/>
              <a:t>In the upcoming versions of miaDash, we aim to enhance </a:t>
            </a:r>
            <a:r>
              <a:rPr lang="en-GB" sz="3000" b="1" dirty="0"/>
              <a:t>method coverage</a:t>
            </a:r>
            <a:r>
              <a:rPr lang="en-GB" sz="3000" dirty="0"/>
              <a:t>, </a:t>
            </a:r>
            <a:r>
              <a:rPr lang="en-GB" sz="3000" b="1" dirty="0"/>
              <a:t>accessibility</a:t>
            </a:r>
            <a:r>
              <a:rPr lang="en-GB" sz="3000" dirty="0"/>
              <a:t> and </a:t>
            </a:r>
            <a:r>
              <a:rPr lang="en-GB" sz="3000" b="1" dirty="0"/>
              <a:t>reproducibility</a:t>
            </a:r>
            <a:r>
              <a:rPr lang="en-GB" sz="3000" dirty="0"/>
              <a:t> by expanding the analytical toolkit, making panels more interactive and generating R scripts that completely replicate the analyses.</a:t>
            </a:r>
          </a:p>
        </p:txBody>
      </p:sp>
      <p:sp>
        <p:nvSpPr>
          <p:cNvPr id="38" name="TextBox 37">
            <a:extLst>
              <a:ext uri="{FF2B5EF4-FFF2-40B4-BE49-F238E27FC236}">
                <a16:creationId xmlns:a16="http://schemas.microsoft.com/office/drawing/2014/main" id="{CADC5805-C552-559D-E3D3-50B0267AD148}"/>
              </a:ext>
            </a:extLst>
          </p:cNvPr>
          <p:cNvSpPr txBox="1"/>
          <p:nvPr/>
        </p:nvSpPr>
        <p:spPr>
          <a:xfrm>
            <a:off x="15716528" y="7376793"/>
            <a:ext cx="12977126" cy="2862322"/>
          </a:xfrm>
          <a:prstGeom prst="rect">
            <a:avLst/>
          </a:prstGeom>
          <a:noFill/>
        </p:spPr>
        <p:txBody>
          <a:bodyPr wrap="square" rtlCol="0">
            <a:spAutoFit/>
          </a:bodyPr>
          <a:lstStyle/>
          <a:p>
            <a:pPr algn="just"/>
            <a:r>
              <a:rPr lang="en-GB" sz="3000" dirty="0"/>
              <a:t>miaDash emerges from the combination of three key packages: </a:t>
            </a:r>
            <a:r>
              <a:rPr lang="en-GB" sz="3000" b="1" dirty="0"/>
              <a:t>mia</a:t>
            </a:r>
            <a:r>
              <a:rPr lang="en-GB" sz="3000" dirty="0"/>
              <a:t>, </a:t>
            </a:r>
            <a:r>
              <a:rPr lang="en-GB" sz="3000" b="1" dirty="0"/>
              <a:t>iSEE</a:t>
            </a:r>
            <a:r>
              <a:rPr lang="en-GB" sz="3000" dirty="0"/>
              <a:t> and  </a:t>
            </a:r>
            <a:r>
              <a:rPr lang="en-GB" sz="3000" b="1" dirty="0"/>
              <a:t>TreeSummarizedExperiment</a:t>
            </a:r>
            <a:r>
              <a:rPr lang="en-GB" sz="3000" dirty="0"/>
              <a:t> (TreeSE). mia provides the toolkit for microbiome analysis, iSEE creates the graphical user interface and the TreeSE data container stores all the elements of a microbiome dataset, including assays, side information on features and samples, hierarchy trees, alternative experiments and reduced dimensions [3]. This framework promotes data integration and reproducibility.</a:t>
            </a:r>
          </a:p>
        </p:txBody>
      </p:sp>
      <p:pic>
        <p:nvPicPr>
          <p:cNvPr id="22" name="Picture 21" descr="A black and white logo&#10;&#10;Description automatically generated">
            <a:extLst>
              <a:ext uri="{FF2B5EF4-FFF2-40B4-BE49-F238E27FC236}">
                <a16:creationId xmlns:a16="http://schemas.microsoft.com/office/drawing/2014/main" id="{5AA7CA93-499B-4F65-ED66-C08902FAB10F}"/>
              </a:ext>
            </a:extLst>
          </p:cNvPr>
          <p:cNvPicPr>
            <a:picLocks noChangeAspect="1"/>
          </p:cNvPicPr>
          <p:nvPr/>
        </p:nvPicPr>
        <p:blipFill>
          <a:blip r:embed="rId4"/>
          <a:stretch>
            <a:fillRect/>
          </a:stretch>
        </p:blipFill>
        <p:spPr>
          <a:xfrm>
            <a:off x="17016959" y="3496749"/>
            <a:ext cx="7315200" cy="2095500"/>
          </a:xfrm>
          <a:prstGeom prst="rect">
            <a:avLst/>
          </a:prstGeom>
        </p:spPr>
      </p:pic>
      <p:sp>
        <p:nvSpPr>
          <p:cNvPr id="29" name="TextBox 28">
            <a:extLst>
              <a:ext uri="{FF2B5EF4-FFF2-40B4-BE49-F238E27FC236}">
                <a16:creationId xmlns:a16="http://schemas.microsoft.com/office/drawing/2014/main" id="{178ABAB1-C294-4A48-8BA5-71E352AF3D82}"/>
              </a:ext>
            </a:extLst>
          </p:cNvPr>
          <p:cNvSpPr txBox="1"/>
          <p:nvPr/>
        </p:nvSpPr>
        <p:spPr>
          <a:xfrm>
            <a:off x="15713041" y="14618324"/>
            <a:ext cx="5467203" cy="861774"/>
          </a:xfrm>
          <a:prstGeom prst="rect">
            <a:avLst/>
          </a:prstGeom>
          <a:noFill/>
        </p:spPr>
        <p:txBody>
          <a:bodyPr wrap="square" rtlCol="0">
            <a:spAutoFit/>
          </a:bodyPr>
          <a:lstStyle/>
          <a:p>
            <a:r>
              <a:rPr lang="en-GB" sz="5000" b="1" dirty="0"/>
              <a:t>Acknowledgements</a:t>
            </a:r>
          </a:p>
        </p:txBody>
      </p:sp>
      <p:sp>
        <p:nvSpPr>
          <p:cNvPr id="30" name="TextBox 29">
            <a:extLst>
              <a:ext uri="{FF2B5EF4-FFF2-40B4-BE49-F238E27FC236}">
                <a16:creationId xmlns:a16="http://schemas.microsoft.com/office/drawing/2014/main" id="{4FC30C07-48C3-12C8-3D7E-33C3E545FD4E}"/>
              </a:ext>
            </a:extLst>
          </p:cNvPr>
          <p:cNvSpPr txBox="1"/>
          <p:nvPr/>
        </p:nvSpPr>
        <p:spPr>
          <a:xfrm>
            <a:off x="15716529" y="15429994"/>
            <a:ext cx="12977125" cy="1477328"/>
          </a:xfrm>
          <a:prstGeom prst="rect">
            <a:avLst/>
          </a:prstGeom>
          <a:noFill/>
        </p:spPr>
        <p:txBody>
          <a:bodyPr wrap="square" rtlCol="0">
            <a:spAutoFit/>
          </a:bodyPr>
          <a:lstStyle/>
          <a:p>
            <a:pPr algn="just"/>
            <a:r>
              <a:rPr lang="en-GB" sz="3000" dirty="0"/>
              <a:t>This project has received funding from the European Union’s Horizon 2020 research and innovation programme (grant 952914) and from Research Council of Finland (grant 330887).</a:t>
            </a:r>
          </a:p>
        </p:txBody>
      </p:sp>
      <p:pic>
        <p:nvPicPr>
          <p:cNvPr id="25" name="Picture 24">
            <a:extLst>
              <a:ext uri="{FF2B5EF4-FFF2-40B4-BE49-F238E27FC236}">
                <a16:creationId xmlns:a16="http://schemas.microsoft.com/office/drawing/2014/main" id="{E234B837-574D-4FF2-6EED-6A2DEA2DB020}"/>
              </a:ext>
            </a:extLst>
          </p:cNvPr>
          <p:cNvPicPr>
            <a:picLocks noChangeAspect="1"/>
          </p:cNvPicPr>
          <p:nvPr/>
        </p:nvPicPr>
        <p:blipFill>
          <a:blip r:embed="rId5"/>
          <a:srcRect l="4826" t="4943" r="2402" b="17122"/>
          <a:stretch>
            <a:fillRect/>
          </a:stretch>
        </p:blipFill>
        <p:spPr>
          <a:xfrm>
            <a:off x="26081559" y="470980"/>
            <a:ext cx="3731678" cy="4436198"/>
          </a:xfrm>
          <a:prstGeom prst="rect">
            <a:avLst/>
          </a:prstGeom>
        </p:spPr>
      </p:pic>
      <p:pic>
        <p:nvPicPr>
          <p:cNvPr id="40" name="Picture 39">
            <a:extLst>
              <a:ext uri="{FF2B5EF4-FFF2-40B4-BE49-F238E27FC236}">
                <a16:creationId xmlns:a16="http://schemas.microsoft.com/office/drawing/2014/main" id="{59E28A0D-E6F2-F42E-3F94-BE1B1563D09B}"/>
              </a:ext>
            </a:extLst>
          </p:cNvPr>
          <p:cNvPicPr>
            <a:picLocks noChangeAspect="1"/>
          </p:cNvPicPr>
          <p:nvPr/>
        </p:nvPicPr>
        <p:blipFill>
          <a:blip r:embed="rId6"/>
          <a:srcRect l="1494" t="46132" r="2551" b="-61"/>
          <a:stretch>
            <a:fillRect/>
          </a:stretch>
        </p:blipFill>
        <p:spPr>
          <a:xfrm>
            <a:off x="2617946" y="30179121"/>
            <a:ext cx="25039320" cy="10554113"/>
          </a:xfrm>
          <a:prstGeom prst="rect">
            <a:avLst/>
          </a:prstGeom>
        </p:spPr>
      </p:pic>
      <p:pic>
        <p:nvPicPr>
          <p:cNvPr id="43" name="Picture 42" descr="A screenshot of a computer&#10;&#10;AI-generated content may be incorrect.">
            <a:extLst>
              <a:ext uri="{FF2B5EF4-FFF2-40B4-BE49-F238E27FC236}">
                <a16:creationId xmlns:a16="http://schemas.microsoft.com/office/drawing/2014/main" id="{D899DEE3-3429-D7E2-CC03-9BF457A6F6B4}"/>
              </a:ext>
            </a:extLst>
          </p:cNvPr>
          <p:cNvPicPr>
            <a:picLocks noChangeAspect="1"/>
          </p:cNvPicPr>
          <p:nvPr/>
        </p:nvPicPr>
        <p:blipFill>
          <a:blip r:embed="rId7"/>
          <a:srcRect l="1199" t="14921" r="1776" b="3866"/>
          <a:stretch>
            <a:fillRect/>
          </a:stretch>
        </p:blipFill>
        <p:spPr>
          <a:xfrm>
            <a:off x="1914523" y="17375688"/>
            <a:ext cx="26446166" cy="12451679"/>
          </a:xfrm>
          <a:prstGeom prst="rect">
            <a:avLst/>
          </a:prstGeom>
        </p:spPr>
      </p:pic>
      <p:sp>
        <p:nvSpPr>
          <p:cNvPr id="45" name="TextBox 44">
            <a:extLst>
              <a:ext uri="{FF2B5EF4-FFF2-40B4-BE49-F238E27FC236}">
                <a16:creationId xmlns:a16="http://schemas.microsoft.com/office/drawing/2014/main" id="{1113F5EF-D751-0178-3BF8-7312E7788619}"/>
              </a:ext>
            </a:extLst>
          </p:cNvPr>
          <p:cNvSpPr txBox="1"/>
          <p:nvPr/>
        </p:nvSpPr>
        <p:spPr>
          <a:xfrm>
            <a:off x="12284962" y="4205785"/>
            <a:ext cx="567784" cy="1015663"/>
          </a:xfrm>
          <a:prstGeom prst="rect">
            <a:avLst/>
          </a:prstGeom>
          <a:noFill/>
        </p:spPr>
        <p:txBody>
          <a:bodyPr wrap="none" rtlCol="0">
            <a:spAutoFit/>
          </a:bodyPr>
          <a:lstStyle/>
          <a:p>
            <a:r>
              <a:rPr lang="en-GB" sz="6000" b="1" dirty="0"/>
              <a:t>+</a:t>
            </a:r>
          </a:p>
        </p:txBody>
      </p:sp>
      <p:pic>
        <p:nvPicPr>
          <p:cNvPr id="1026" name="Picture 2">
            <a:extLst>
              <a:ext uri="{FF2B5EF4-FFF2-40B4-BE49-F238E27FC236}">
                <a16:creationId xmlns:a16="http://schemas.microsoft.com/office/drawing/2014/main" id="{4BABFD91-99EC-F978-63FC-99C52B8D7E9C}"/>
              </a:ext>
            </a:extLst>
          </p:cNvPr>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10016106" y="31098121"/>
            <a:ext cx="582226" cy="629180"/>
          </a:xfrm>
          <a:prstGeom prst="rect">
            <a:avLst/>
          </a:prstGeom>
          <a:noFill/>
          <a:extLst>
            <a:ext uri="{909E8E84-426E-40DD-AFC4-6F175D3DCCD1}">
              <a14:hiddenFill xmlns:a14="http://schemas.microsoft.com/office/drawing/2010/main">
                <a:solidFill>
                  <a:srgbClr val="FFFFFF"/>
                </a:solidFill>
              </a14:hiddenFill>
            </a:ext>
          </a:extLst>
        </p:spPr>
      </p:pic>
      <p:pic>
        <p:nvPicPr>
          <p:cNvPr id="4" name="Picture 2">
            <a:extLst>
              <a:ext uri="{FF2B5EF4-FFF2-40B4-BE49-F238E27FC236}">
                <a16:creationId xmlns:a16="http://schemas.microsoft.com/office/drawing/2014/main" id="{64AA9044-C164-A6E7-F589-040AC72D9016}"/>
              </a:ext>
            </a:extLst>
          </p:cNvPr>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18289776" y="31074433"/>
            <a:ext cx="582226" cy="629180"/>
          </a:xfrm>
          <a:prstGeom prst="rect">
            <a:avLst/>
          </a:prstGeom>
          <a:noFill/>
          <a:extLst>
            <a:ext uri="{909E8E84-426E-40DD-AFC4-6F175D3DCCD1}">
              <a14:hiddenFill xmlns:a14="http://schemas.microsoft.com/office/drawing/2010/main">
                <a:solidFill>
                  <a:srgbClr val="FFFFFF"/>
                </a:solidFill>
              </a14:hiddenFill>
            </a:ext>
          </a:extLst>
        </p:spPr>
      </p:pic>
      <p:pic>
        <p:nvPicPr>
          <p:cNvPr id="6" name="Picture 2">
            <a:extLst>
              <a:ext uri="{FF2B5EF4-FFF2-40B4-BE49-F238E27FC236}">
                <a16:creationId xmlns:a16="http://schemas.microsoft.com/office/drawing/2014/main" id="{310976C9-863F-10D0-71B8-15D93D89DD3F}"/>
              </a:ext>
            </a:extLst>
          </p:cNvPr>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26627283" y="31098121"/>
            <a:ext cx="787784" cy="716366"/>
          </a:xfrm>
          <a:prstGeom prst="rect">
            <a:avLst/>
          </a:prstGeom>
          <a:noFill/>
          <a:extLst>
            <a:ext uri="{909E8E84-426E-40DD-AFC4-6F175D3DCCD1}">
              <a14:hiddenFill xmlns:a14="http://schemas.microsoft.com/office/drawing/2010/main">
                <a:solidFill>
                  <a:srgbClr val="FFFFFF"/>
                </a:solidFill>
              </a14:hiddenFill>
            </a:ext>
          </a:extLst>
        </p:spPr>
      </p:pic>
      <p:pic>
        <p:nvPicPr>
          <p:cNvPr id="11" name="Picture 10" descr="A magnifying glass with bacteria and germs&#10;&#10;AI-generated content may be incorrect.">
            <a:extLst>
              <a:ext uri="{FF2B5EF4-FFF2-40B4-BE49-F238E27FC236}">
                <a16:creationId xmlns:a16="http://schemas.microsoft.com/office/drawing/2014/main" id="{8507E5E7-62AA-0744-D123-DEDE58CF9E89}"/>
              </a:ext>
            </a:extLst>
          </p:cNvPr>
          <p:cNvPicPr>
            <a:picLocks noChangeAspect="1"/>
          </p:cNvPicPr>
          <p:nvPr/>
        </p:nvPicPr>
        <p:blipFill>
          <a:blip r:embed="rId9"/>
          <a:stretch>
            <a:fillRect/>
          </a:stretch>
        </p:blipFill>
        <p:spPr>
          <a:xfrm>
            <a:off x="9512059" y="3383168"/>
            <a:ext cx="2342401" cy="2720208"/>
          </a:xfrm>
          <a:prstGeom prst="rect">
            <a:avLst/>
          </a:prstGeom>
        </p:spPr>
      </p:pic>
      <p:pic>
        <p:nvPicPr>
          <p:cNvPr id="27" name="Picture 26" descr="A logo of a molecule&#10;&#10;AI-generated content may be incorrect.">
            <a:extLst>
              <a:ext uri="{FF2B5EF4-FFF2-40B4-BE49-F238E27FC236}">
                <a16:creationId xmlns:a16="http://schemas.microsoft.com/office/drawing/2014/main" id="{0AD8800A-FC61-C85C-CA13-62A08DE04AB5}"/>
              </a:ext>
            </a:extLst>
          </p:cNvPr>
          <p:cNvPicPr>
            <a:picLocks noChangeAspect="1"/>
          </p:cNvPicPr>
          <p:nvPr/>
        </p:nvPicPr>
        <p:blipFill>
          <a:blip r:embed="rId10"/>
          <a:stretch>
            <a:fillRect/>
          </a:stretch>
        </p:blipFill>
        <p:spPr>
          <a:xfrm>
            <a:off x="1626253" y="210891"/>
            <a:ext cx="2540000" cy="2540000"/>
          </a:xfrm>
          <a:prstGeom prst="rect">
            <a:avLst/>
          </a:prstGeom>
        </p:spPr>
      </p:pic>
      <p:sp>
        <p:nvSpPr>
          <p:cNvPr id="28" name="TextBox 27">
            <a:extLst>
              <a:ext uri="{FF2B5EF4-FFF2-40B4-BE49-F238E27FC236}">
                <a16:creationId xmlns:a16="http://schemas.microsoft.com/office/drawing/2014/main" id="{5DE6CF1D-8D0C-7EB1-18B8-CD4AAAD845F1}"/>
              </a:ext>
            </a:extLst>
          </p:cNvPr>
          <p:cNvSpPr txBox="1"/>
          <p:nvPr/>
        </p:nvSpPr>
        <p:spPr>
          <a:xfrm>
            <a:off x="1569486" y="11631728"/>
            <a:ext cx="12980613" cy="2862322"/>
          </a:xfrm>
          <a:prstGeom prst="rect">
            <a:avLst/>
          </a:prstGeom>
          <a:noFill/>
        </p:spPr>
        <p:txBody>
          <a:bodyPr wrap="square" rtlCol="0">
            <a:spAutoFit/>
          </a:bodyPr>
          <a:lstStyle/>
          <a:p>
            <a:pPr algn="just"/>
            <a:r>
              <a:rPr lang="en-GB" sz="3000" dirty="0"/>
              <a:t>miaDash provides an intuitive graphical user interface reflecting the four common steps of microbiome data analysis: </a:t>
            </a:r>
            <a:r>
              <a:rPr lang="en-GB" sz="3000" i="1" dirty="0"/>
              <a:t>Import</a:t>
            </a:r>
            <a:r>
              <a:rPr lang="en-GB" sz="3000" dirty="0"/>
              <a:t> a dataset from several available sources; </a:t>
            </a:r>
            <a:r>
              <a:rPr lang="en-GB" sz="3000" i="1" dirty="0"/>
              <a:t>Manipulate</a:t>
            </a:r>
            <a:r>
              <a:rPr lang="en-GB" sz="3000" dirty="0"/>
              <a:t> data with routine operations; </a:t>
            </a:r>
            <a:r>
              <a:rPr lang="en-GB" sz="3000" i="1" dirty="0"/>
              <a:t>Estimate</a:t>
            </a:r>
            <a:r>
              <a:rPr lang="en-GB" sz="3000" dirty="0"/>
              <a:t> quality and diversity metrics; and </a:t>
            </a:r>
            <a:r>
              <a:rPr lang="en-GB" sz="3000" i="1" dirty="0"/>
              <a:t>Visualise</a:t>
            </a:r>
            <a:r>
              <a:rPr lang="en-GB" sz="3000" dirty="0"/>
              <a:t> multiple aspects of the dataset using </a:t>
            </a:r>
            <a:r>
              <a:rPr lang="en-GB" sz="3000" dirty="0" err="1"/>
              <a:t>iSEEtree</a:t>
            </a:r>
            <a:r>
              <a:rPr lang="en-GB" sz="3000" dirty="0"/>
              <a:t> [1, 2].</a:t>
            </a:r>
            <a:r>
              <a:rPr lang="en-GB" sz="3000" i="1" dirty="0"/>
              <a:t> </a:t>
            </a:r>
            <a:r>
              <a:rPr lang="en-GB" sz="3000" dirty="0"/>
              <a:t>For each panel, users can transform data (</a:t>
            </a:r>
            <a:r>
              <a:rPr lang="en-GB" sz="3000" i="1" dirty="0"/>
              <a:t>Data params</a:t>
            </a:r>
            <a:r>
              <a:rPr lang="en-GB" sz="3000" dirty="0"/>
              <a:t>), control aesthetics (</a:t>
            </a:r>
            <a:r>
              <a:rPr lang="en-GB" sz="3000" i="1" dirty="0"/>
              <a:t>Visual params</a:t>
            </a:r>
            <a:r>
              <a:rPr lang="en-GB" sz="3000" dirty="0"/>
              <a:t>) and subset data (</a:t>
            </a:r>
            <a:r>
              <a:rPr lang="en-GB" sz="3000" i="1" dirty="0"/>
              <a:t>Selection params</a:t>
            </a:r>
            <a:r>
              <a:rPr lang="en-GB" sz="3000" dirty="0"/>
              <a:t>). Data, plots and R scripts can then be downloaded.</a:t>
            </a:r>
          </a:p>
        </p:txBody>
      </p:sp>
      <p:sp>
        <p:nvSpPr>
          <p:cNvPr id="31" name="TextBox 30">
            <a:extLst>
              <a:ext uri="{FF2B5EF4-FFF2-40B4-BE49-F238E27FC236}">
                <a16:creationId xmlns:a16="http://schemas.microsoft.com/office/drawing/2014/main" id="{8C6D75B9-AAF9-BFD5-AB5A-37F6C6BE6872}"/>
              </a:ext>
            </a:extLst>
          </p:cNvPr>
          <p:cNvSpPr txBox="1"/>
          <p:nvPr/>
        </p:nvSpPr>
        <p:spPr>
          <a:xfrm>
            <a:off x="1572974" y="10820058"/>
            <a:ext cx="3485249" cy="861774"/>
          </a:xfrm>
          <a:prstGeom prst="rect">
            <a:avLst/>
          </a:prstGeom>
          <a:noFill/>
        </p:spPr>
        <p:txBody>
          <a:bodyPr wrap="none" rtlCol="0">
            <a:spAutoFit/>
          </a:bodyPr>
          <a:lstStyle/>
          <a:p>
            <a:r>
              <a:rPr lang="en-GB" sz="5000" b="1" dirty="0"/>
              <a:t>The solution</a:t>
            </a:r>
          </a:p>
        </p:txBody>
      </p:sp>
      <p:pic>
        <p:nvPicPr>
          <p:cNvPr id="32" name="Picture 31">
            <a:extLst>
              <a:ext uri="{FF2B5EF4-FFF2-40B4-BE49-F238E27FC236}">
                <a16:creationId xmlns:a16="http://schemas.microsoft.com/office/drawing/2014/main" id="{49A67D35-53C5-694C-A35E-83ED9D067ADD}"/>
              </a:ext>
            </a:extLst>
          </p:cNvPr>
          <p:cNvPicPr>
            <a:picLocks noChangeAspect="1"/>
          </p:cNvPicPr>
          <p:nvPr/>
        </p:nvPicPr>
        <p:blipFill>
          <a:blip r:embed="rId6"/>
          <a:srcRect l="2231" t="4083" r="2256" b="60186"/>
          <a:stretch>
            <a:fillRect/>
          </a:stretch>
        </p:blipFill>
        <p:spPr>
          <a:xfrm>
            <a:off x="15713041" y="10738316"/>
            <a:ext cx="12980613" cy="3641802"/>
          </a:xfrm>
          <a:prstGeom prst="rect">
            <a:avLst/>
          </a:prstGeom>
        </p:spPr>
      </p:pic>
      <p:pic>
        <p:nvPicPr>
          <p:cNvPr id="18" name="Picture 17" descr="A blue text on a white background&#10;&#10;AI-generated content may be incorrect.">
            <a:extLst>
              <a:ext uri="{FF2B5EF4-FFF2-40B4-BE49-F238E27FC236}">
                <a16:creationId xmlns:a16="http://schemas.microsoft.com/office/drawing/2014/main" id="{524F6260-305C-455C-A62B-C1308CD2CCF1}"/>
              </a:ext>
            </a:extLst>
          </p:cNvPr>
          <p:cNvPicPr>
            <a:picLocks noChangeAspect="1"/>
          </p:cNvPicPr>
          <p:nvPr/>
        </p:nvPicPr>
        <p:blipFill>
          <a:blip r:embed="rId11"/>
          <a:stretch>
            <a:fillRect/>
          </a:stretch>
        </p:blipFill>
        <p:spPr>
          <a:xfrm>
            <a:off x="22697010" y="18220146"/>
            <a:ext cx="734866" cy="377639"/>
          </a:xfrm>
          <a:prstGeom prst="rect">
            <a:avLst/>
          </a:prstGeom>
        </p:spPr>
      </p:pic>
      <p:sp>
        <p:nvSpPr>
          <p:cNvPr id="35" name="Rectangle 34">
            <a:extLst>
              <a:ext uri="{FF2B5EF4-FFF2-40B4-BE49-F238E27FC236}">
                <a16:creationId xmlns:a16="http://schemas.microsoft.com/office/drawing/2014/main" id="{DA6C656A-519A-12ED-6A79-407329CEE5CF}"/>
              </a:ext>
            </a:extLst>
          </p:cNvPr>
          <p:cNvSpPr/>
          <p:nvPr/>
        </p:nvSpPr>
        <p:spPr>
          <a:xfrm>
            <a:off x="15601276" y="10738316"/>
            <a:ext cx="2845366" cy="432604"/>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GB" dirty="0">
                <a:solidFill>
                  <a:sysClr val="windowText" lastClr="000000"/>
                </a:solidFill>
              </a:rPr>
              <a:t>Standardised data</a:t>
            </a:r>
          </a:p>
        </p:txBody>
      </p:sp>
      <p:sp>
        <p:nvSpPr>
          <p:cNvPr id="36" name="Rectangle 35">
            <a:extLst>
              <a:ext uri="{FF2B5EF4-FFF2-40B4-BE49-F238E27FC236}">
                <a16:creationId xmlns:a16="http://schemas.microsoft.com/office/drawing/2014/main" id="{754F6C02-8496-72EB-F824-703EA24597C3}"/>
              </a:ext>
            </a:extLst>
          </p:cNvPr>
          <p:cNvSpPr/>
          <p:nvPr/>
        </p:nvSpPr>
        <p:spPr>
          <a:xfrm>
            <a:off x="18361492" y="11988905"/>
            <a:ext cx="827471" cy="432604"/>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GB" dirty="0">
                <a:solidFill>
                  <a:srgbClr val="FF0000"/>
                </a:solidFill>
              </a:rPr>
              <a:t>Import</a:t>
            </a:r>
          </a:p>
        </p:txBody>
      </p:sp>
      <p:sp>
        <p:nvSpPr>
          <p:cNvPr id="41" name="Rectangle 40">
            <a:extLst>
              <a:ext uri="{FF2B5EF4-FFF2-40B4-BE49-F238E27FC236}">
                <a16:creationId xmlns:a16="http://schemas.microsoft.com/office/drawing/2014/main" id="{C8C469B0-78D5-AAC2-25E5-7AFAA42921D0}"/>
              </a:ext>
            </a:extLst>
          </p:cNvPr>
          <p:cNvSpPr/>
          <p:nvPr/>
        </p:nvSpPr>
        <p:spPr>
          <a:xfrm>
            <a:off x="26711891" y="10498840"/>
            <a:ext cx="1485900" cy="321218"/>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GB" dirty="0" err="1">
                <a:solidFill>
                  <a:sysClr val="windowText" lastClr="000000"/>
                </a:solidFill>
              </a:rPr>
              <a:t>iSEEtree</a:t>
            </a:r>
            <a:endParaRPr lang="en-GB" dirty="0">
              <a:solidFill>
                <a:sysClr val="windowText" lastClr="000000"/>
              </a:solidFill>
            </a:endParaRPr>
          </a:p>
        </p:txBody>
      </p:sp>
      <p:sp>
        <p:nvSpPr>
          <p:cNvPr id="42" name="Rectangle 41">
            <a:extLst>
              <a:ext uri="{FF2B5EF4-FFF2-40B4-BE49-F238E27FC236}">
                <a16:creationId xmlns:a16="http://schemas.microsoft.com/office/drawing/2014/main" id="{BF69556D-0FBD-8E19-4297-D102A2557255}"/>
              </a:ext>
            </a:extLst>
          </p:cNvPr>
          <p:cNvSpPr/>
          <p:nvPr/>
        </p:nvSpPr>
        <p:spPr>
          <a:xfrm>
            <a:off x="25190502" y="12023659"/>
            <a:ext cx="1084693" cy="432604"/>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GB" dirty="0">
                <a:solidFill>
                  <a:srgbClr val="FF0000"/>
                </a:solidFill>
              </a:rPr>
              <a:t>Visualise</a:t>
            </a:r>
          </a:p>
        </p:txBody>
      </p:sp>
      <p:sp>
        <p:nvSpPr>
          <p:cNvPr id="55" name="Rectangle 54">
            <a:extLst>
              <a:ext uri="{FF2B5EF4-FFF2-40B4-BE49-F238E27FC236}">
                <a16:creationId xmlns:a16="http://schemas.microsoft.com/office/drawing/2014/main" id="{C63CE219-645C-9C6D-FD0C-8F9F85F1593B}"/>
              </a:ext>
            </a:extLst>
          </p:cNvPr>
          <p:cNvSpPr/>
          <p:nvPr/>
        </p:nvSpPr>
        <p:spPr>
          <a:xfrm>
            <a:off x="20525522" y="10736425"/>
            <a:ext cx="2978069" cy="432604"/>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dirty="0">
              <a:solidFill>
                <a:sysClr val="windowText" lastClr="000000"/>
              </a:solidFill>
            </a:endParaRPr>
          </a:p>
        </p:txBody>
      </p:sp>
      <p:sp>
        <p:nvSpPr>
          <p:cNvPr id="39" name="Rectangle 38">
            <a:extLst>
              <a:ext uri="{FF2B5EF4-FFF2-40B4-BE49-F238E27FC236}">
                <a16:creationId xmlns:a16="http://schemas.microsoft.com/office/drawing/2014/main" id="{96CFE2F3-25BA-F1D3-B289-78527EC5B845}"/>
              </a:ext>
            </a:extLst>
          </p:cNvPr>
          <p:cNvSpPr/>
          <p:nvPr/>
        </p:nvSpPr>
        <p:spPr>
          <a:xfrm>
            <a:off x="20988616" y="11062071"/>
            <a:ext cx="1485900" cy="432604"/>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GB" dirty="0" err="1">
                <a:solidFill>
                  <a:sysClr val="windowText" lastClr="000000"/>
                </a:solidFill>
              </a:rPr>
              <a:t>TreeSE</a:t>
            </a:r>
            <a:r>
              <a:rPr lang="en-GB" dirty="0">
                <a:solidFill>
                  <a:sysClr val="windowText" lastClr="000000"/>
                </a:solidFill>
              </a:rPr>
              <a:t> object</a:t>
            </a:r>
          </a:p>
        </p:txBody>
      </p:sp>
      <p:cxnSp>
        <p:nvCxnSpPr>
          <p:cNvPr id="49" name="Curved Connector 48">
            <a:extLst>
              <a:ext uri="{FF2B5EF4-FFF2-40B4-BE49-F238E27FC236}">
                <a16:creationId xmlns:a16="http://schemas.microsoft.com/office/drawing/2014/main" id="{ED8E0B3A-EC80-0630-AEB9-067FC6BAD8F4}"/>
              </a:ext>
            </a:extLst>
          </p:cNvPr>
          <p:cNvCxnSpPr>
            <a:cxnSpLocks/>
            <a:stCxn id="39" idx="1"/>
            <a:endCxn id="39" idx="3"/>
          </p:cNvCxnSpPr>
          <p:nvPr/>
        </p:nvCxnSpPr>
        <p:spPr>
          <a:xfrm rot="10800000" flipH="1">
            <a:off x="20988616" y="11278373"/>
            <a:ext cx="1485900" cy="12700"/>
          </a:xfrm>
          <a:prstGeom prst="curvedConnector5">
            <a:avLst>
              <a:gd name="adj1" fmla="val -15385"/>
              <a:gd name="adj2" fmla="val 3376850"/>
              <a:gd name="adj3" fmla="val 115385"/>
            </a:avLst>
          </a:prstGeom>
          <a:ln w="28575">
            <a:tailEnd type="triangle"/>
          </a:ln>
        </p:spPr>
        <p:style>
          <a:lnRef idx="1">
            <a:schemeClr val="dk1"/>
          </a:lnRef>
          <a:fillRef idx="0">
            <a:schemeClr val="dk1"/>
          </a:fillRef>
          <a:effectRef idx="0">
            <a:schemeClr val="dk1"/>
          </a:effectRef>
          <a:fontRef idx="minor">
            <a:schemeClr val="tx1"/>
          </a:fontRef>
        </p:style>
      </p:cxnSp>
      <p:sp>
        <p:nvSpPr>
          <p:cNvPr id="54" name="TextBox 53">
            <a:extLst>
              <a:ext uri="{FF2B5EF4-FFF2-40B4-BE49-F238E27FC236}">
                <a16:creationId xmlns:a16="http://schemas.microsoft.com/office/drawing/2014/main" id="{5C06B015-4E3D-9F71-B302-200CE812C14C}"/>
              </a:ext>
            </a:extLst>
          </p:cNvPr>
          <p:cNvSpPr txBox="1"/>
          <p:nvPr/>
        </p:nvSpPr>
        <p:spPr>
          <a:xfrm>
            <a:off x="21276409" y="10478614"/>
            <a:ext cx="910314" cy="369332"/>
          </a:xfrm>
          <a:prstGeom prst="rect">
            <a:avLst/>
          </a:prstGeom>
          <a:noFill/>
        </p:spPr>
        <p:txBody>
          <a:bodyPr wrap="none" rtlCol="0">
            <a:spAutoFit/>
          </a:bodyPr>
          <a:lstStyle/>
          <a:p>
            <a:r>
              <a:rPr lang="en-GB" dirty="0">
                <a:solidFill>
                  <a:srgbClr val="FF0000"/>
                </a:solidFill>
              </a:rPr>
              <a:t>Analyse</a:t>
            </a:r>
          </a:p>
        </p:txBody>
      </p:sp>
      <p:sp>
        <p:nvSpPr>
          <p:cNvPr id="56" name="Rectangle 55">
            <a:extLst>
              <a:ext uri="{FF2B5EF4-FFF2-40B4-BE49-F238E27FC236}">
                <a16:creationId xmlns:a16="http://schemas.microsoft.com/office/drawing/2014/main" id="{D2C5D8A9-49F6-2B1D-3EDC-3547461A1F9A}"/>
              </a:ext>
            </a:extLst>
          </p:cNvPr>
          <p:cNvSpPr/>
          <p:nvPr/>
        </p:nvSpPr>
        <p:spPr>
          <a:xfrm>
            <a:off x="15713041" y="13847720"/>
            <a:ext cx="3157215" cy="309383"/>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dirty="0">
              <a:solidFill>
                <a:sysClr val="windowText" lastClr="000000"/>
              </a:solidFill>
            </a:endParaRPr>
          </a:p>
        </p:txBody>
      </p:sp>
      <p:sp>
        <p:nvSpPr>
          <p:cNvPr id="47" name="TextBox 46">
            <a:extLst>
              <a:ext uri="{FF2B5EF4-FFF2-40B4-BE49-F238E27FC236}">
                <a16:creationId xmlns:a16="http://schemas.microsoft.com/office/drawing/2014/main" id="{4A8FD955-E32C-FD6A-ACE3-68BCE53AC96F}"/>
              </a:ext>
            </a:extLst>
          </p:cNvPr>
          <p:cNvSpPr txBox="1"/>
          <p:nvPr/>
        </p:nvSpPr>
        <p:spPr>
          <a:xfrm>
            <a:off x="15713041" y="14072399"/>
            <a:ext cx="1857368" cy="369332"/>
          </a:xfrm>
          <a:prstGeom prst="rect">
            <a:avLst/>
          </a:prstGeom>
          <a:noFill/>
        </p:spPr>
        <p:txBody>
          <a:bodyPr wrap="none" rtlCol="0">
            <a:spAutoFit/>
          </a:bodyPr>
          <a:lstStyle/>
          <a:p>
            <a:r>
              <a:rPr lang="en-GB" dirty="0"/>
              <a:t>Adapted from [1].</a:t>
            </a:r>
          </a:p>
        </p:txBody>
      </p:sp>
    </p:spTree>
    <p:extLst>
      <p:ext uri="{BB962C8B-B14F-4D97-AF65-F5344CB8AC3E}">
        <p14:creationId xmlns:p14="http://schemas.microsoft.com/office/powerpoint/2010/main" val="4084354128"/>
      </p:ext>
    </p:extLst>
  </p:cSld>
  <p:clrMapOvr>
    <a:masterClrMapping/>
  </p:clrMapOvr>
</p:sld>
</file>

<file path=ppt/theme/theme1.xml><?xml version="1.0" encoding="utf-8"?>
<a:theme xmlns:a="http://schemas.openxmlformats.org/drawingml/2006/main" name="Office Theme">
  <a:themeElements>
    <a:clrScheme name="Office Them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Them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2013 - 2022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Office 2013 - 2022 Theme</Template>
  <TotalTime>1389</TotalTime>
  <Words>515</Words>
  <Application>Microsoft Macintosh PowerPoint</Application>
  <PresentationFormat>Custom</PresentationFormat>
  <Paragraphs>26</Paragraphs>
  <Slides>1</Slides>
  <Notes>0</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1</vt:i4>
      </vt:variant>
    </vt:vector>
  </HeadingPairs>
  <TitlesOfParts>
    <vt:vector size="6" baseType="lpstr">
      <vt:lpstr>Atkinson Hyperlegible</vt:lpstr>
      <vt:lpstr>Arial</vt:lpstr>
      <vt:lpstr>Calibri</vt:lpstr>
      <vt:lpstr>Calibri Light</vt:lpstr>
      <vt:lpstr>Office Theme</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Giulio Benedetti</dc:creator>
  <cp:lastModifiedBy>Benedetti, Giulio</cp:lastModifiedBy>
  <cp:revision>91</cp:revision>
  <dcterms:created xsi:type="dcterms:W3CDTF">2024-09-03T19:06:17Z</dcterms:created>
  <dcterms:modified xsi:type="dcterms:W3CDTF">2025-09-14T10:47:33Z</dcterms:modified>
</cp:coreProperties>
</file>